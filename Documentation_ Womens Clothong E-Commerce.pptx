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85" r:id="rId1"/>
  </p:sldMasterIdLst>
  <p:sldIdLst>
    <p:sldId id="256" r:id="rId2"/>
    <p:sldId id="257" r:id="rId3"/>
    <p:sldId id="258" r:id="rId4"/>
    <p:sldId id="259" r:id="rId5"/>
    <p:sldId id="260" r:id="rId6"/>
    <p:sldId id="261" r:id="rId7"/>
    <p:sldId id="272" r:id="rId8"/>
    <p:sldId id="273" r:id="rId9"/>
    <p:sldId id="274" r:id="rId10"/>
    <p:sldId id="275" r:id="rId11"/>
    <p:sldId id="268" r:id="rId12"/>
    <p:sldId id="270" r:id="rId13"/>
    <p:sldId id="271" r:id="rId14"/>
  </p:sldIdLst>
  <p:sldSz cx="12192000" cy="6858000"/>
  <p:notesSz cx="6858000" cy="9144000"/>
  <p:defaultTextStyle>
    <a:defPPr>
      <a:defRPr lang="id-ID"/>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6062" autoAdjust="0"/>
    <p:restoredTop sz="94660"/>
  </p:normalViewPr>
  <p:slideViewPr>
    <p:cSldViewPr snapToGrid="0">
      <p:cViewPr varScale="1">
        <p:scale>
          <a:sx n="74" d="100"/>
          <a:sy n="74" d="100"/>
        </p:scale>
        <p:origin x="534" y="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diagrams/_rels/data2.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image" Target="../media/image7.png"/></Relationships>
</file>

<file path=ppt/diagrams/_rels/drawing2.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image" Target="../media/image7.png"/></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8FF8A7C9-95C6-42CB-A416-0B80955E6FFD}" type="doc">
      <dgm:prSet loTypeId="urn:microsoft.com/office/officeart/2005/8/layout/StepDownProcess" loCatId="process" qsTypeId="urn:microsoft.com/office/officeart/2005/8/quickstyle/simple1" qsCatId="simple" csTypeId="urn:microsoft.com/office/officeart/2005/8/colors/accent1_2" csCatId="accent1" phldr="1"/>
      <dgm:spPr/>
      <dgm:t>
        <a:bodyPr/>
        <a:lstStyle/>
        <a:p>
          <a:endParaRPr lang="id-ID"/>
        </a:p>
      </dgm:t>
    </dgm:pt>
    <dgm:pt modelId="{68903ABA-2E14-4527-9651-72ED1FEC0918}">
      <dgm:prSet phldrT="[Text]"/>
      <dgm:spPr/>
      <dgm:t>
        <a:bodyPr/>
        <a:lstStyle/>
        <a:p>
          <a:r>
            <a:rPr lang="id-ID" dirty="0" smtClean="0"/>
            <a:t>Fokus pada Informasi Analisis</a:t>
          </a:r>
          <a:endParaRPr lang="id-ID" dirty="0"/>
        </a:p>
      </dgm:t>
    </dgm:pt>
    <dgm:pt modelId="{DBF07B1E-A43A-4B5E-894B-720079C91E5B}" type="parTrans" cxnId="{A97A21C9-C720-4EDA-993D-496648EBBD55}">
      <dgm:prSet/>
      <dgm:spPr/>
      <dgm:t>
        <a:bodyPr/>
        <a:lstStyle/>
        <a:p>
          <a:endParaRPr lang="id-ID"/>
        </a:p>
      </dgm:t>
    </dgm:pt>
    <dgm:pt modelId="{CEA96055-4643-46F8-B836-124C27EFE27F}" type="sibTrans" cxnId="{A97A21C9-C720-4EDA-993D-496648EBBD55}">
      <dgm:prSet/>
      <dgm:spPr/>
      <dgm:t>
        <a:bodyPr/>
        <a:lstStyle/>
        <a:p>
          <a:endParaRPr lang="id-ID"/>
        </a:p>
      </dgm:t>
    </dgm:pt>
    <dgm:pt modelId="{CBD291C6-128E-48B7-AE8A-56F5A00527E1}">
      <dgm:prSet phldrT="[Text]" custT="1"/>
      <dgm:spPr/>
      <dgm:t>
        <a:bodyPr/>
        <a:lstStyle/>
        <a:p>
          <a:r>
            <a:rPr lang="id-ID" sz="1500" b="1" dirty="0" smtClean="0"/>
            <a:t>Membuat tujuan analisis</a:t>
          </a:r>
          <a:endParaRPr lang="id-ID" sz="1500" b="1" dirty="0"/>
        </a:p>
      </dgm:t>
    </dgm:pt>
    <dgm:pt modelId="{63DC7AD6-223D-415D-9B01-E25283854EB7}" type="parTrans" cxnId="{4B66E58F-B7B1-4A1B-96C8-CBE8681A74CC}">
      <dgm:prSet/>
      <dgm:spPr/>
      <dgm:t>
        <a:bodyPr/>
        <a:lstStyle/>
        <a:p>
          <a:endParaRPr lang="id-ID"/>
        </a:p>
      </dgm:t>
    </dgm:pt>
    <dgm:pt modelId="{28361AC5-B165-4A38-BF27-1CDD1D9B78B4}" type="sibTrans" cxnId="{4B66E58F-B7B1-4A1B-96C8-CBE8681A74CC}">
      <dgm:prSet/>
      <dgm:spPr/>
      <dgm:t>
        <a:bodyPr/>
        <a:lstStyle/>
        <a:p>
          <a:endParaRPr lang="id-ID"/>
        </a:p>
      </dgm:t>
    </dgm:pt>
    <dgm:pt modelId="{0C9196F4-34B4-4A74-8185-6A78B07245F8}">
      <dgm:prSet phldrT="[Text]"/>
      <dgm:spPr/>
      <dgm:t>
        <a:bodyPr/>
        <a:lstStyle/>
        <a:p>
          <a:r>
            <a:rPr lang="id-ID" dirty="0" smtClean="0"/>
            <a:t>Eksplorasi Data Analisis</a:t>
          </a:r>
          <a:endParaRPr lang="id-ID" dirty="0"/>
        </a:p>
      </dgm:t>
    </dgm:pt>
    <dgm:pt modelId="{31529D0C-AEBB-4D01-A727-17BD10E0BA79}" type="parTrans" cxnId="{E4FED82F-3568-4F9C-B2E2-1D5BC0D9CACB}">
      <dgm:prSet/>
      <dgm:spPr/>
      <dgm:t>
        <a:bodyPr/>
        <a:lstStyle/>
        <a:p>
          <a:endParaRPr lang="id-ID"/>
        </a:p>
      </dgm:t>
    </dgm:pt>
    <dgm:pt modelId="{2B452957-481A-4C3E-B216-0A1B35B3C3C4}" type="sibTrans" cxnId="{E4FED82F-3568-4F9C-B2E2-1D5BC0D9CACB}">
      <dgm:prSet/>
      <dgm:spPr/>
      <dgm:t>
        <a:bodyPr/>
        <a:lstStyle/>
        <a:p>
          <a:endParaRPr lang="id-ID"/>
        </a:p>
      </dgm:t>
    </dgm:pt>
    <dgm:pt modelId="{C43EA9A5-45C3-4E7C-A166-404B95B23C9F}">
      <dgm:prSet phldrT="[Text]" custT="1"/>
      <dgm:spPr/>
      <dgm:t>
        <a:bodyPr/>
        <a:lstStyle/>
        <a:p>
          <a:r>
            <a:rPr lang="id-ID" sz="1500" b="1" dirty="0" smtClean="0"/>
            <a:t>Melakukan proses statistika deskriptif</a:t>
          </a:r>
          <a:endParaRPr lang="id-ID" sz="1500" b="1" dirty="0"/>
        </a:p>
      </dgm:t>
    </dgm:pt>
    <dgm:pt modelId="{2FFF4AFD-C0A0-4C18-B5A5-489051639CF3}" type="parTrans" cxnId="{ED5151E3-FB0D-45A2-854E-74F0DE93FAAE}">
      <dgm:prSet/>
      <dgm:spPr/>
      <dgm:t>
        <a:bodyPr/>
        <a:lstStyle/>
        <a:p>
          <a:endParaRPr lang="id-ID"/>
        </a:p>
      </dgm:t>
    </dgm:pt>
    <dgm:pt modelId="{AF95E9F2-B1C7-403E-8EBF-6AEE22DFB3F3}" type="sibTrans" cxnId="{ED5151E3-FB0D-45A2-854E-74F0DE93FAAE}">
      <dgm:prSet/>
      <dgm:spPr/>
      <dgm:t>
        <a:bodyPr/>
        <a:lstStyle/>
        <a:p>
          <a:endParaRPr lang="id-ID"/>
        </a:p>
      </dgm:t>
    </dgm:pt>
    <dgm:pt modelId="{F27D7C74-D327-435B-83B5-8FBDA847BB18}">
      <dgm:prSet phldrT="[Text]"/>
      <dgm:spPr/>
      <dgm:t>
        <a:bodyPr/>
        <a:lstStyle/>
        <a:p>
          <a:r>
            <a:rPr lang="id-ID" dirty="0" smtClean="0"/>
            <a:t>Penyajian Data Analisis</a:t>
          </a:r>
          <a:endParaRPr lang="id-ID" dirty="0"/>
        </a:p>
      </dgm:t>
    </dgm:pt>
    <dgm:pt modelId="{D1379AAB-F34B-4B7D-86D9-748525E30A43}" type="parTrans" cxnId="{D5E4D6E0-4B1B-4B7B-A415-FB73A9CCB870}">
      <dgm:prSet/>
      <dgm:spPr/>
      <dgm:t>
        <a:bodyPr/>
        <a:lstStyle/>
        <a:p>
          <a:endParaRPr lang="id-ID"/>
        </a:p>
      </dgm:t>
    </dgm:pt>
    <dgm:pt modelId="{253328A7-D9C0-43FC-945C-50746035C056}" type="sibTrans" cxnId="{D5E4D6E0-4B1B-4B7B-A415-FB73A9CCB870}">
      <dgm:prSet/>
      <dgm:spPr/>
      <dgm:t>
        <a:bodyPr/>
        <a:lstStyle/>
        <a:p>
          <a:endParaRPr lang="id-ID"/>
        </a:p>
      </dgm:t>
    </dgm:pt>
    <dgm:pt modelId="{23510E0A-C927-4086-A5CD-C9A0D335EA6A}">
      <dgm:prSet phldrT="[Text]" custT="1"/>
      <dgm:spPr/>
      <dgm:t>
        <a:bodyPr/>
        <a:lstStyle/>
        <a:p>
          <a:r>
            <a:rPr lang="id-ID" sz="1500" b="1" dirty="0" smtClean="0"/>
            <a:t>Menyusun hasil analisis secara sistematis</a:t>
          </a:r>
          <a:endParaRPr lang="id-ID" sz="1500" b="1" dirty="0"/>
        </a:p>
      </dgm:t>
    </dgm:pt>
    <dgm:pt modelId="{3DBD14D4-35DE-4FD8-8C81-144AF1A179F9}" type="parTrans" cxnId="{D7B4AC0A-C282-4F61-A021-C82FA2C71698}">
      <dgm:prSet/>
      <dgm:spPr/>
      <dgm:t>
        <a:bodyPr/>
        <a:lstStyle/>
        <a:p>
          <a:endParaRPr lang="id-ID"/>
        </a:p>
      </dgm:t>
    </dgm:pt>
    <dgm:pt modelId="{FB9A1980-9D11-49FE-9C4C-68CF2CCE67D6}" type="sibTrans" cxnId="{D7B4AC0A-C282-4F61-A021-C82FA2C71698}">
      <dgm:prSet/>
      <dgm:spPr/>
      <dgm:t>
        <a:bodyPr/>
        <a:lstStyle/>
        <a:p>
          <a:endParaRPr lang="id-ID"/>
        </a:p>
      </dgm:t>
    </dgm:pt>
    <dgm:pt modelId="{A067B29B-23E9-47A9-80CC-D34951A71EB2}">
      <dgm:prSet phldrT="[Text]" custT="1"/>
      <dgm:spPr/>
      <dgm:t>
        <a:bodyPr/>
        <a:lstStyle/>
        <a:p>
          <a:r>
            <a:rPr lang="id-ID" sz="1500" b="1" dirty="0" smtClean="0"/>
            <a:t>Membuat hipotesis analisis</a:t>
          </a:r>
          <a:endParaRPr lang="id-ID" sz="1500" b="1" dirty="0"/>
        </a:p>
      </dgm:t>
    </dgm:pt>
    <dgm:pt modelId="{5652D25E-EF05-44E3-986C-4A750E37765A}" type="parTrans" cxnId="{95C64A7F-A50F-428B-82A5-D9C0C9920F89}">
      <dgm:prSet/>
      <dgm:spPr/>
      <dgm:t>
        <a:bodyPr/>
        <a:lstStyle/>
        <a:p>
          <a:endParaRPr lang="id-ID"/>
        </a:p>
      </dgm:t>
    </dgm:pt>
    <dgm:pt modelId="{C8C2C438-31E1-4ECE-9068-BBFCA3CDACD5}" type="sibTrans" cxnId="{95C64A7F-A50F-428B-82A5-D9C0C9920F89}">
      <dgm:prSet/>
      <dgm:spPr/>
      <dgm:t>
        <a:bodyPr/>
        <a:lstStyle/>
        <a:p>
          <a:endParaRPr lang="id-ID"/>
        </a:p>
      </dgm:t>
    </dgm:pt>
    <dgm:pt modelId="{C69C5000-4B50-4A5C-B4B9-7EEF2C553A65}">
      <dgm:prSet phldrT="[Text]" custT="1"/>
      <dgm:spPr/>
      <dgm:t>
        <a:bodyPr/>
        <a:lstStyle/>
        <a:p>
          <a:r>
            <a:rPr lang="id-ID" sz="1500" b="1" dirty="0" smtClean="0"/>
            <a:t>Menentukan software / tools analisis</a:t>
          </a:r>
          <a:endParaRPr lang="id-ID" sz="1500" b="1" dirty="0"/>
        </a:p>
      </dgm:t>
    </dgm:pt>
    <dgm:pt modelId="{F5BF910E-61CD-4CAB-9891-05B0FA468234}" type="parTrans" cxnId="{765BDB2F-9E00-49DB-92E2-8475003C4031}">
      <dgm:prSet/>
      <dgm:spPr/>
      <dgm:t>
        <a:bodyPr/>
        <a:lstStyle/>
        <a:p>
          <a:endParaRPr lang="id-ID"/>
        </a:p>
      </dgm:t>
    </dgm:pt>
    <dgm:pt modelId="{0EB607CF-1135-4F79-8328-348C0DCBDC2C}" type="sibTrans" cxnId="{765BDB2F-9E00-49DB-92E2-8475003C4031}">
      <dgm:prSet/>
      <dgm:spPr/>
      <dgm:t>
        <a:bodyPr/>
        <a:lstStyle/>
        <a:p>
          <a:endParaRPr lang="id-ID"/>
        </a:p>
      </dgm:t>
    </dgm:pt>
    <dgm:pt modelId="{0CC32E11-72FD-4C56-9E1A-AEB222CF1314}">
      <dgm:prSet phldrT="[Text]" custT="1"/>
      <dgm:spPr/>
      <dgm:t>
        <a:bodyPr/>
        <a:lstStyle/>
        <a:p>
          <a:r>
            <a:rPr lang="id-ID" sz="1500" b="1" dirty="0" smtClean="0"/>
            <a:t>Melakukan proses analisis statistika infeerensia</a:t>
          </a:r>
          <a:endParaRPr lang="id-ID" sz="1500" b="1" dirty="0"/>
        </a:p>
      </dgm:t>
    </dgm:pt>
    <dgm:pt modelId="{08355230-C3B0-44F4-AEA4-9B3836531E14}" type="parTrans" cxnId="{18E09C59-B750-4E67-9250-E9BBEE4E5B1E}">
      <dgm:prSet/>
      <dgm:spPr/>
      <dgm:t>
        <a:bodyPr/>
        <a:lstStyle/>
        <a:p>
          <a:endParaRPr lang="id-ID"/>
        </a:p>
      </dgm:t>
    </dgm:pt>
    <dgm:pt modelId="{752D0FDA-AD43-4CB2-A343-DBDB8A18A930}" type="sibTrans" cxnId="{18E09C59-B750-4E67-9250-E9BBEE4E5B1E}">
      <dgm:prSet/>
      <dgm:spPr/>
      <dgm:t>
        <a:bodyPr/>
        <a:lstStyle/>
        <a:p>
          <a:endParaRPr lang="id-ID"/>
        </a:p>
      </dgm:t>
    </dgm:pt>
    <dgm:pt modelId="{A8126614-35B3-42F3-B7AF-4BB359B2ABC1}">
      <dgm:prSet phldrT="[Text]" custT="1"/>
      <dgm:spPr/>
      <dgm:t>
        <a:bodyPr/>
        <a:lstStyle/>
        <a:p>
          <a:r>
            <a:rPr lang="id-ID" sz="1500" b="1" dirty="0" smtClean="0"/>
            <a:t>Membuat kesimpulan analisis</a:t>
          </a:r>
          <a:endParaRPr lang="id-ID" sz="1500" b="1" dirty="0"/>
        </a:p>
      </dgm:t>
    </dgm:pt>
    <dgm:pt modelId="{6BB50483-3AF9-4050-B83E-B3D8BAE39AAA}" type="parTrans" cxnId="{DA02070B-6501-45FC-9E12-25386643BD0E}">
      <dgm:prSet/>
      <dgm:spPr/>
      <dgm:t>
        <a:bodyPr/>
        <a:lstStyle/>
        <a:p>
          <a:endParaRPr lang="id-ID"/>
        </a:p>
      </dgm:t>
    </dgm:pt>
    <dgm:pt modelId="{8B269D72-B7C8-4A6D-B795-A28F82568A75}" type="sibTrans" cxnId="{DA02070B-6501-45FC-9E12-25386643BD0E}">
      <dgm:prSet/>
      <dgm:spPr/>
      <dgm:t>
        <a:bodyPr/>
        <a:lstStyle/>
        <a:p>
          <a:endParaRPr lang="id-ID"/>
        </a:p>
      </dgm:t>
    </dgm:pt>
    <dgm:pt modelId="{8F472910-8BAE-4ABD-A0EB-93A037492B3A}">
      <dgm:prSet phldrT="[Text]" custT="1"/>
      <dgm:spPr/>
      <dgm:t>
        <a:bodyPr/>
        <a:lstStyle/>
        <a:p>
          <a:r>
            <a:rPr lang="id-ID" sz="1500" b="1" dirty="0" smtClean="0"/>
            <a:t>Menyajikan hasil analisis dalam bentuk grafik </a:t>
          </a:r>
          <a:endParaRPr lang="id-ID" sz="1500" b="1" dirty="0"/>
        </a:p>
      </dgm:t>
    </dgm:pt>
    <dgm:pt modelId="{D06FEA70-7F2F-429F-B397-50804D6C19E6}" type="parTrans" cxnId="{FC044810-061F-4992-8A17-5204B0C85F9C}">
      <dgm:prSet/>
      <dgm:spPr/>
      <dgm:t>
        <a:bodyPr/>
        <a:lstStyle/>
        <a:p>
          <a:endParaRPr lang="id-ID"/>
        </a:p>
      </dgm:t>
    </dgm:pt>
    <dgm:pt modelId="{54B20706-4F5C-41F2-8638-AEE6D7680721}" type="sibTrans" cxnId="{FC044810-061F-4992-8A17-5204B0C85F9C}">
      <dgm:prSet/>
      <dgm:spPr/>
      <dgm:t>
        <a:bodyPr/>
        <a:lstStyle/>
        <a:p>
          <a:endParaRPr lang="id-ID"/>
        </a:p>
      </dgm:t>
    </dgm:pt>
    <dgm:pt modelId="{29A24934-9A7F-4393-BE6F-908C34BD958E}">
      <dgm:prSet phldrT="[Text]" custT="1"/>
      <dgm:spPr/>
      <dgm:t>
        <a:bodyPr/>
        <a:lstStyle/>
        <a:p>
          <a:r>
            <a:rPr lang="id-ID" sz="1500" b="1" dirty="0" smtClean="0"/>
            <a:t>Membuat dokumentasi hasil analisis</a:t>
          </a:r>
          <a:endParaRPr lang="id-ID" sz="1500" b="1" dirty="0"/>
        </a:p>
      </dgm:t>
    </dgm:pt>
    <dgm:pt modelId="{9ED47598-C798-4821-8F17-C934E454F4E6}" type="parTrans" cxnId="{8D6A2EBF-9A3E-4756-B11E-F99D0D8C8C4D}">
      <dgm:prSet/>
      <dgm:spPr/>
      <dgm:t>
        <a:bodyPr/>
        <a:lstStyle/>
        <a:p>
          <a:endParaRPr lang="id-ID"/>
        </a:p>
      </dgm:t>
    </dgm:pt>
    <dgm:pt modelId="{B1968292-5FC1-4BB4-9E46-D664785B85E6}" type="sibTrans" cxnId="{8D6A2EBF-9A3E-4756-B11E-F99D0D8C8C4D}">
      <dgm:prSet/>
      <dgm:spPr/>
      <dgm:t>
        <a:bodyPr/>
        <a:lstStyle/>
        <a:p>
          <a:endParaRPr lang="id-ID"/>
        </a:p>
      </dgm:t>
    </dgm:pt>
    <dgm:pt modelId="{ED6D57E9-5DC9-4676-8A1A-BD7F7230DEC9}" type="pres">
      <dgm:prSet presAssocID="{8FF8A7C9-95C6-42CB-A416-0B80955E6FFD}" presName="rootnode" presStyleCnt="0">
        <dgm:presLayoutVars>
          <dgm:chMax/>
          <dgm:chPref/>
          <dgm:dir/>
          <dgm:animLvl val="lvl"/>
        </dgm:presLayoutVars>
      </dgm:prSet>
      <dgm:spPr/>
    </dgm:pt>
    <dgm:pt modelId="{CDB369F3-6EDD-4620-A2A2-7A5F9A5893F9}" type="pres">
      <dgm:prSet presAssocID="{68903ABA-2E14-4527-9651-72ED1FEC0918}" presName="composite" presStyleCnt="0"/>
      <dgm:spPr/>
    </dgm:pt>
    <dgm:pt modelId="{E8069E11-3C92-46A1-B2BD-D55F3AA33CF3}" type="pres">
      <dgm:prSet presAssocID="{68903ABA-2E14-4527-9651-72ED1FEC0918}" presName="bentUpArrow1" presStyleLbl="alignImgPlace1" presStyleIdx="0" presStyleCnt="2" custLinFactNeighborX="-7905" custLinFactNeighborY="0"/>
      <dgm:spPr>
        <a:solidFill>
          <a:schemeClr val="accent1"/>
        </a:solidFill>
      </dgm:spPr>
    </dgm:pt>
    <dgm:pt modelId="{BC7DA6C4-D164-4726-9927-C4AC0C07541E}" type="pres">
      <dgm:prSet presAssocID="{68903ABA-2E14-4527-9651-72ED1FEC0918}" presName="ParentText" presStyleLbl="node1" presStyleIdx="0" presStyleCnt="3">
        <dgm:presLayoutVars>
          <dgm:chMax val="1"/>
          <dgm:chPref val="1"/>
          <dgm:bulletEnabled val="1"/>
        </dgm:presLayoutVars>
      </dgm:prSet>
      <dgm:spPr/>
      <dgm:t>
        <a:bodyPr/>
        <a:lstStyle/>
        <a:p>
          <a:endParaRPr lang="id-ID"/>
        </a:p>
      </dgm:t>
    </dgm:pt>
    <dgm:pt modelId="{6F82F9A2-EE31-436B-9AB2-3D001DDA8DF9}" type="pres">
      <dgm:prSet presAssocID="{68903ABA-2E14-4527-9651-72ED1FEC0918}" presName="ChildText" presStyleLbl="revTx" presStyleIdx="0" presStyleCnt="3" custScaleX="276424" custLinFactNeighborX="88216">
        <dgm:presLayoutVars>
          <dgm:chMax val="0"/>
          <dgm:chPref val="0"/>
          <dgm:bulletEnabled val="1"/>
        </dgm:presLayoutVars>
      </dgm:prSet>
      <dgm:spPr/>
      <dgm:t>
        <a:bodyPr/>
        <a:lstStyle/>
        <a:p>
          <a:endParaRPr lang="id-ID"/>
        </a:p>
      </dgm:t>
    </dgm:pt>
    <dgm:pt modelId="{A01B7B64-4D39-479C-BFCF-3094CD686816}" type="pres">
      <dgm:prSet presAssocID="{CEA96055-4643-46F8-B836-124C27EFE27F}" presName="sibTrans" presStyleCnt="0"/>
      <dgm:spPr/>
    </dgm:pt>
    <dgm:pt modelId="{0F6C0663-D15B-4280-84CB-317E67FC6C97}" type="pres">
      <dgm:prSet presAssocID="{0C9196F4-34B4-4A74-8185-6A78B07245F8}" presName="composite" presStyleCnt="0"/>
      <dgm:spPr/>
    </dgm:pt>
    <dgm:pt modelId="{80D78096-3819-478A-A267-91500E947DF1}" type="pres">
      <dgm:prSet presAssocID="{0C9196F4-34B4-4A74-8185-6A78B07245F8}" presName="bentUpArrow1" presStyleLbl="alignImgPlace1" presStyleIdx="1" presStyleCnt="2" custLinFactNeighborY="0"/>
      <dgm:spPr>
        <a:solidFill>
          <a:schemeClr val="accent1"/>
        </a:solidFill>
      </dgm:spPr>
    </dgm:pt>
    <dgm:pt modelId="{8DC4FC27-DDCA-46A1-A8C5-CEB505C2CA54}" type="pres">
      <dgm:prSet presAssocID="{0C9196F4-34B4-4A74-8185-6A78B07245F8}" presName="ParentText" presStyleLbl="node1" presStyleIdx="1" presStyleCnt="3">
        <dgm:presLayoutVars>
          <dgm:chMax val="1"/>
          <dgm:chPref val="1"/>
          <dgm:bulletEnabled val="1"/>
        </dgm:presLayoutVars>
      </dgm:prSet>
      <dgm:spPr/>
    </dgm:pt>
    <dgm:pt modelId="{2BFC4BD4-E674-4B37-8827-34B1EE60AE53}" type="pres">
      <dgm:prSet presAssocID="{0C9196F4-34B4-4A74-8185-6A78B07245F8}" presName="ChildText" presStyleLbl="revTx" presStyleIdx="1" presStyleCnt="3" custScaleX="308885" custLinFactX="5937" custLinFactNeighborX="100000">
        <dgm:presLayoutVars>
          <dgm:chMax val="0"/>
          <dgm:chPref val="0"/>
          <dgm:bulletEnabled val="1"/>
        </dgm:presLayoutVars>
      </dgm:prSet>
      <dgm:spPr/>
      <dgm:t>
        <a:bodyPr/>
        <a:lstStyle/>
        <a:p>
          <a:endParaRPr lang="id-ID"/>
        </a:p>
      </dgm:t>
    </dgm:pt>
    <dgm:pt modelId="{2323DE8A-427C-4BB4-8378-BE730C90AF75}" type="pres">
      <dgm:prSet presAssocID="{2B452957-481A-4C3E-B216-0A1B35B3C3C4}" presName="sibTrans" presStyleCnt="0"/>
      <dgm:spPr/>
    </dgm:pt>
    <dgm:pt modelId="{03675CB7-79B4-4BEB-9D61-19036A836041}" type="pres">
      <dgm:prSet presAssocID="{F27D7C74-D327-435B-83B5-8FBDA847BB18}" presName="composite" presStyleCnt="0"/>
      <dgm:spPr/>
    </dgm:pt>
    <dgm:pt modelId="{970B9BD3-B574-47CC-A772-94136677AAAE}" type="pres">
      <dgm:prSet presAssocID="{F27D7C74-D327-435B-83B5-8FBDA847BB18}" presName="ParentText" presStyleLbl="node1" presStyleIdx="2" presStyleCnt="3">
        <dgm:presLayoutVars>
          <dgm:chMax val="1"/>
          <dgm:chPref val="1"/>
          <dgm:bulletEnabled val="1"/>
        </dgm:presLayoutVars>
      </dgm:prSet>
      <dgm:spPr/>
    </dgm:pt>
    <dgm:pt modelId="{CA178463-1067-4756-9D18-9C15671D705E}" type="pres">
      <dgm:prSet presAssocID="{F27D7C74-D327-435B-83B5-8FBDA847BB18}" presName="FinalChildText" presStyleLbl="revTx" presStyleIdx="2" presStyleCnt="3" custScaleX="324045" custLinFactX="13887" custLinFactNeighborX="100000" custLinFactNeighborY="4725">
        <dgm:presLayoutVars>
          <dgm:chMax val="0"/>
          <dgm:chPref val="0"/>
          <dgm:bulletEnabled val="1"/>
        </dgm:presLayoutVars>
      </dgm:prSet>
      <dgm:spPr/>
      <dgm:t>
        <a:bodyPr/>
        <a:lstStyle/>
        <a:p>
          <a:endParaRPr lang="id-ID"/>
        </a:p>
      </dgm:t>
    </dgm:pt>
  </dgm:ptLst>
  <dgm:cxnLst>
    <dgm:cxn modelId="{A97A21C9-C720-4EDA-993D-496648EBBD55}" srcId="{8FF8A7C9-95C6-42CB-A416-0B80955E6FFD}" destId="{68903ABA-2E14-4527-9651-72ED1FEC0918}" srcOrd="0" destOrd="0" parTransId="{DBF07B1E-A43A-4B5E-894B-720079C91E5B}" sibTransId="{CEA96055-4643-46F8-B836-124C27EFE27F}"/>
    <dgm:cxn modelId="{729BFEC8-5991-4FC3-9300-318B941F4ED5}" type="presOf" srcId="{29A24934-9A7F-4393-BE6F-908C34BD958E}" destId="{CA178463-1067-4756-9D18-9C15671D705E}" srcOrd="0" destOrd="2" presId="urn:microsoft.com/office/officeart/2005/8/layout/StepDownProcess"/>
    <dgm:cxn modelId="{1C8D2454-DB69-464B-9E28-2D412DEC3B93}" type="presOf" srcId="{C43EA9A5-45C3-4E7C-A166-404B95B23C9F}" destId="{2BFC4BD4-E674-4B37-8827-34B1EE60AE53}" srcOrd="0" destOrd="0" presId="urn:microsoft.com/office/officeart/2005/8/layout/StepDownProcess"/>
    <dgm:cxn modelId="{18E09C59-B750-4E67-9250-E9BBEE4E5B1E}" srcId="{0C9196F4-34B4-4A74-8185-6A78B07245F8}" destId="{0CC32E11-72FD-4C56-9E1A-AEB222CF1314}" srcOrd="1" destOrd="0" parTransId="{08355230-C3B0-44F4-AEA4-9B3836531E14}" sibTransId="{752D0FDA-AD43-4CB2-A343-DBDB8A18A930}"/>
    <dgm:cxn modelId="{4B66E58F-B7B1-4A1B-96C8-CBE8681A74CC}" srcId="{68903ABA-2E14-4527-9651-72ED1FEC0918}" destId="{CBD291C6-128E-48B7-AE8A-56F5A00527E1}" srcOrd="0" destOrd="0" parTransId="{63DC7AD6-223D-415D-9B01-E25283854EB7}" sibTransId="{28361AC5-B165-4A38-BF27-1CDD1D9B78B4}"/>
    <dgm:cxn modelId="{95C64A7F-A50F-428B-82A5-D9C0C9920F89}" srcId="{68903ABA-2E14-4527-9651-72ED1FEC0918}" destId="{A067B29B-23E9-47A9-80CC-D34951A71EB2}" srcOrd="1" destOrd="0" parTransId="{5652D25E-EF05-44E3-986C-4A750E37765A}" sibTransId="{C8C2C438-31E1-4ECE-9068-BBFCA3CDACD5}"/>
    <dgm:cxn modelId="{19912E6D-EB71-4EA2-8CE3-1A24309D0434}" type="presOf" srcId="{0C9196F4-34B4-4A74-8185-6A78B07245F8}" destId="{8DC4FC27-DDCA-46A1-A8C5-CEB505C2CA54}" srcOrd="0" destOrd="0" presId="urn:microsoft.com/office/officeart/2005/8/layout/StepDownProcess"/>
    <dgm:cxn modelId="{BD6B3DB8-AF47-4594-BDD8-3F82058AC33A}" type="presOf" srcId="{68903ABA-2E14-4527-9651-72ED1FEC0918}" destId="{BC7DA6C4-D164-4726-9927-C4AC0C07541E}" srcOrd="0" destOrd="0" presId="urn:microsoft.com/office/officeart/2005/8/layout/StepDownProcess"/>
    <dgm:cxn modelId="{E4FED82F-3568-4F9C-B2E2-1D5BC0D9CACB}" srcId="{8FF8A7C9-95C6-42CB-A416-0B80955E6FFD}" destId="{0C9196F4-34B4-4A74-8185-6A78B07245F8}" srcOrd="1" destOrd="0" parTransId="{31529D0C-AEBB-4D01-A727-17BD10E0BA79}" sibTransId="{2B452957-481A-4C3E-B216-0A1B35B3C3C4}"/>
    <dgm:cxn modelId="{06118580-7088-4799-96E1-5B5A1B2B0408}" type="presOf" srcId="{C69C5000-4B50-4A5C-B4B9-7EEF2C553A65}" destId="{6F82F9A2-EE31-436B-9AB2-3D001DDA8DF9}" srcOrd="0" destOrd="2" presId="urn:microsoft.com/office/officeart/2005/8/layout/StepDownProcess"/>
    <dgm:cxn modelId="{23465998-29A1-4688-8347-D7F2F2F24F92}" type="presOf" srcId="{8FF8A7C9-95C6-42CB-A416-0B80955E6FFD}" destId="{ED6D57E9-5DC9-4676-8A1A-BD7F7230DEC9}" srcOrd="0" destOrd="0" presId="urn:microsoft.com/office/officeart/2005/8/layout/StepDownProcess"/>
    <dgm:cxn modelId="{765BDB2F-9E00-49DB-92E2-8475003C4031}" srcId="{68903ABA-2E14-4527-9651-72ED1FEC0918}" destId="{C69C5000-4B50-4A5C-B4B9-7EEF2C553A65}" srcOrd="2" destOrd="0" parTransId="{F5BF910E-61CD-4CAB-9891-05B0FA468234}" sibTransId="{0EB607CF-1135-4F79-8328-348C0DCBDC2C}"/>
    <dgm:cxn modelId="{FC044810-061F-4992-8A17-5204B0C85F9C}" srcId="{F27D7C74-D327-435B-83B5-8FBDA847BB18}" destId="{8F472910-8BAE-4ABD-A0EB-93A037492B3A}" srcOrd="1" destOrd="0" parTransId="{D06FEA70-7F2F-429F-B397-50804D6C19E6}" sibTransId="{54B20706-4F5C-41F2-8638-AEE6D7680721}"/>
    <dgm:cxn modelId="{DA02070B-6501-45FC-9E12-25386643BD0E}" srcId="{0C9196F4-34B4-4A74-8185-6A78B07245F8}" destId="{A8126614-35B3-42F3-B7AF-4BB359B2ABC1}" srcOrd="2" destOrd="0" parTransId="{6BB50483-3AF9-4050-B83E-B3D8BAE39AAA}" sibTransId="{8B269D72-B7C8-4A6D-B795-A28F82568A75}"/>
    <dgm:cxn modelId="{A5E9C8AB-D973-43F5-B304-18A2852602B3}" type="presOf" srcId="{CBD291C6-128E-48B7-AE8A-56F5A00527E1}" destId="{6F82F9A2-EE31-436B-9AB2-3D001DDA8DF9}" srcOrd="0" destOrd="0" presId="urn:microsoft.com/office/officeart/2005/8/layout/StepDownProcess"/>
    <dgm:cxn modelId="{091C1D2E-546F-40BB-A701-D132FFE7C2CD}" type="presOf" srcId="{23510E0A-C927-4086-A5CD-C9A0D335EA6A}" destId="{CA178463-1067-4756-9D18-9C15671D705E}" srcOrd="0" destOrd="0" presId="urn:microsoft.com/office/officeart/2005/8/layout/StepDownProcess"/>
    <dgm:cxn modelId="{FE38643D-1DCB-4BA6-8D88-45F4AE70103E}" type="presOf" srcId="{A8126614-35B3-42F3-B7AF-4BB359B2ABC1}" destId="{2BFC4BD4-E674-4B37-8827-34B1EE60AE53}" srcOrd="0" destOrd="2" presId="urn:microsoft.com/office/officeart/2005/8/layout/StepDownProcess"/>
    <dgm:cxn modelId="{94AA4218-9915-4CA2-9E0A-7B18BD1008A5}" type="presOf" srcId="{8F472910-8BAE-4ABD-A0EB-93A037492B3A}" destId="{CA178463-1067-4756-9D18-9C15671D705E}" srcOrd="0" destOrd="1" presId="urn:microsoft.com/office/officeart/2005/8/layout/StepDownProcess"/>
    <dgm:cxn modelId="{9B817457-A2A6-4A4F-B366-5B6CA076ECA7}" type="presOf" srcId="{0CC32E11-72FD-4C56-9E1A-AEB222CF1314}" destId="{2BFC4BD4-E674-4B37-8827-34B1EE60AE53}" srcOrd="0" destOrd="1" presId="urn:microsoft.com/office/officeart/2005/8/layout/StepDownProcess"/>
    <dgm:cxn modelId="{EA81ADBD-751E-47F5-A196-B6BC31C9FBF5}" type="presOf" srcId="{F27D7C74-D327-435B-83B5-8FBDA847BB18}" destId="{970B9BD3-B574-47CC-A772-94136677AAAE}" srcOrd="0" destOrd="0" presId="urn:microsoft.com/office/officeart/2005/8/layout/StepDownProcess"/>
    <dgm:cxn modelId="{D5E4D6E0-4B1B-4B7B-A415-FB73A9CCB870}" srcId="{8FF8A7C9-95C6-42CB-A416-0B80955E6FFD}" destId="{F27D7C74-D327-435B-83B5-8FBDA847BB18}" srcOrd="2" destOrd="0" parTransId="{D1379AAB-F34B-4B7D-86D9-748525E30A43}" sibTransId="{253328A7-D9C0-43FC-945C-50746035C056}"/>
    <dgm:cxn modelId="{D699E229-3036-42E8-9748-9148EF260A0C}" type="presOf" srcId="{A067B29B-23E9-47A9-80CC-D34951A71EB2}" destId="{6F82F9A2-EE31-436B-9AB2-3D001DDA8DF9}" srcOrd="0" destOrd="1" presId="urn:microsoft.com/office/officeart/2005/8/layout/StepDownProcess"/>
    <dgm:cxn modelId="{8D6A2EBF-9A3E-4756-B11E-F99D0D8C8C4D}" srcId="{F27D7C74-D327-435B-83B5-8FBDA847BB18}" destId="{29A24934-9A7F-4393-BE6F-908C34BD958E}" srcOrd="2" destOrd="0" parTransId="{9ED47598-C798-4821-8F17-C934E454F4E6}" sibTransId="{B1968292-5FC1-4BB4-9E46-D664785B85E6}"/>
    <dgm:cxn modelId="{ED5151E3-FB0D-45A2-854E-74F0DE93FAAE}" srcId="{0C9196F4-34B4-4A74-8185-6A78B07245F8}" destId="{C43EA9A5-45C3-4E7C-A166-404B95B23C9F}" srcOrd="0" destOrd="0" parTransId="{2FFF4AFD-C0A0-4C18-B5A5-489051639CF3}" sibTransId="{AF95E9F2-B1C7-403E-8EBF-6AEE22DFB3F3}"/>
    <dgm:cxn modelId="{D7B4AC0A-C282-4F61-A021-C82FA2C71698}" srcId="{F27D7C74-D327-435B-83B5-8FBDA847BB18}" destId="{23510E0A-C927-4086-A5CD-C9A0D335EA6A}" srcOrd="0" destOrd="0" parTransId="{3DBD14D4-35DE-4FD8-8C81-144AF1A179F9}" sibTransId="{FB9A1980-9D11-49FE-9C4C-68CF2CCE67D6}"/>
    <dgm:cxn modelId="{B90C3A96-7682-4651-9783-95A8AFCC76DC}" type="presParOf" srcId="{ED6D57E9-5DC9-4676-8A1A-BD7F7230DEC9}" destId="{CDB369F3-6EDD-4620-A2A2-7A5F9A5893F9}" srcOrd="0" destOrd="0" presId="urn:microsoft.com/office/officeart/2005/8/layout/StepDownProcess"/>
    <dgm:cxn modelId="{5857C9F6-A031-4179-A7D1-B70CC580962A}" type="presParOf" srcId="{CDB369F3-6EDD-4620-A2A2-7A5F9A5893F9}" destId="{E8069E11-3C92-46A1-B2BD-D55F3AA33CF3}" srcOrd="0" destOrd="0" presId="urn:microsoft.com/office/officeart/2005/8/layout/StepDownProcess"/>
    <dgm:cxn modelId="{B435C2D5-2CD5-4E2A-8A97-CFB3DF308FEB}" type="presParOf" srcId="{CDB369F3-6EDD-4620-A2A2-7A5F9A5893F9}" destId="{BC7DA6C4-D164-4726-9927-C4AC0C07541E}" srcOrd="1" destOrd="0" presId="urn:microsoft.com/office/officeart/2005/8/layout/StepDownProcess"/>
    <dgm:cxn modelId="{8D53BC9F-ADBE-40B7-BF90-D5C6C0593BDB}" type="presParOf" srcId="{CDB369F3-6EDD-4620-A2A2-7A5F9A5893F9}" destId="{6F82F9A2-EE31-436B-9AB2-3D001DDA8DF9}" srcOrd="2" destOrd="0" presId="urn:microsoft.com/office/officeart/2005/8/layout/StepDownProcess"/>
    <dgm:cxn modelId="{3CDC2252-8BC0-497B-9F57-3C27178015E7}" type="presParOf" srcId="{ED6D57E9-5DC9-4676-8A1A-BD7F7230DEC9}" destId="{A01B7B64-4D39-479C-BFCF-3094CD686816}" srcOrd="1" destOrd="0" presId="urn:microsoft.com/office/officeart/2005/8/layout/StepDownProcess"/>
    <dgm:cxn modelId="{C4388982-0DFB-4512-8C8C-A71677A10B9F}" type="presParOf" srcId="{ED6D57E9-5DC9-4676-8A1A-BD7F7230DEC9}" destId="{0F6C0663-D15B-4280-84CB-317E67FC6C97}" srcOrd="2" destOrd="0" presId="urn:microsoft.com/office/officeart/2005/8/layout/StepDownProcess"/>
    <dgm:cxn modelId="{29140E49-69BC-43A0-BFEC-2C6D901A14A3}" type="presParOf" srcId="{0F6C0663-D15B-4280-84CB-317E67FC6C97}" destId="{80D78096-3819-478A-A267-91500E947DF1}" srcOrd="0" destOrd="0" presId="urn:microsoft.com/office/officeart/2005/8/layout/StepDownProcess"/>
    <dgm:cxn modelId="{90254F11-6695-4760-A259-D49ACE654FB8}" type="presParOf" srcId="{0F6C0663-D15B-4280-84CB-317E67FC6C97}" destId="{8DC4FC27-DDCA-46A1-A8C5-CEB505C2CA54}" srcOrd="1" destOrd="0" presId="urn:microsoft.com/office/officeart/2005/8/layout/StepDownProcess"/>
    <dgm:cxn modelId="{F76AC619-0E7B-4AE1-B45F-1374232DBE9D}" type="presParOf" srcId="{0F6C0663-D15B-4280-84CB-317E67FC6C97}" destId="{2BFC4BD4-E674-4B37-8827-34B1EE60AE53}" srcOrd="2" destOrd="0" presId="urn:microsoft.com/office/officeart/2005/8/layout/StepDownProcess"/>
    <dgm:cxn modelId="{7E00AC1F-7D81-4D5C-92F6-BBC69A8334A4}" type="presParOf" srcId="{ED6D57E9-5DC9-4676-8A1A-BD7F7230DEC9}" destId="{2323DE8A-427C-4BB4-8378-BE730C90AF75}" srcOrd="3" destOrd="0" presId="urn:microsoft.com/office/officeart/2005/8/layout/StepDownProcess"/>
    <dgm:cxn modelId="{E9EC3ADA-3891-49B4-9D70-05C3E53C645F}" type="presParOf" srcId="{ED6D57E9-5DC9-4676-8A1A-BD7F7230DEC9}" destId="{03675CB7-79B4-4BEB-9D61-19036A836041}" srcOrd="4" destOrd="0" presId="urn:microsoft.com/office/officeart/2005/8/layout/StepDownProcess"/>
    <dgm:cxn modelId="{42A92F6C-28C9-4A29-9BE0-71ED034EFFEE}" type="presParOf" srcId="{03675CB7-79B4-4BEB-9D61-19036A836041}" destId="{970B9BD3-B574-47CC-A772-94136677AAAE}" srcOrd="0" destOrd="0" presId="urn:microsoft.com/office/officeart/2005/8/layout/StepDownProcess"/>
    <dgm:cxn modelId="{CF203670-A81A-4376-853D-4DEDB92F1C6F}" type="presParOf" srcId="{03675CB7-79B4-4BEB-9D61-19036A836041}" destId="{CA178463-1067-4756-9D18-9C15671D705E}" srcOrd="1" destOrd="0" presId="urn:microsoft.com/office/officeart/2005/8/layout/StepDownProcess"/>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B3A65B38-3C6E-47EB-88DD-5A916C6E6A04}" type="doc">
      <dgm:prSet loTypeId="urn:microsoft.com/office/officeart/2005/8/layout/vList3" loCatId="list" qsTypeId="urn:microsoft.com/office/officeart/2005/8/quickstyle/simple1" qsCatId="simple" csTypeId="urn:microsoft.com/office/officeart/2005/8/colors/accent1_2" csCatId="accent1" phldr="1"/>
      <dgm:spPr/>
    </dgm:pt>
    <dgm:pt modelId="{A84852CF-4529-4598-BD03-1C0F82A9169C}">
      <dgm:prSet phldrT="[Text]"/>
      <dgm:spPr/>
      <dgm:t>
        <a:bodyPr/>
        <a:lstStyle/>
        <a:p>
          <a:r>
            <a:rPr lang="id-ID" dirty="0" smtClean="0"/>
            <a:t>Microsoft Excel / Google Spreadsheet</a:t>
          </a:r>
        </a:p>
        <a:p>
          <a:r>
            <a:rPr lang="id-ID" dirty="0" smtClean="0"/>
            <a:t>(Eksplorasi Data)</a:t>
          </a:r>
          <a:endParaRPr lang="id-ID" dirty="0"/>
        </a:p>
      </dgm:t>
    </dgm:pt>
    <dgm:pt modelId="{8F1E8F22-46CB-4D44-95C1-B6D06920DF79}" type="parTrans" cxnId="{BD9E6BD2-97BA-4BBB-B902-62C8A8EDB187}">
      <dgm:prSet/>
      <dgm:spPr/>
      <dgm:t>
        <a:bodyPr/>
        <a:lstStyle/>
        <a:p>
          <a:endParaRPr lang="id-ID"/>
        </a:p>
      </dgm:t>
    </dgm:pt>
    <dgm:pt modelId="{99256831-71C0-449F-9364-FCF87400A462}" type="sibTrans" cxnId="{BD9E6BD2-97BA-4BBB-B902-62C8A8EDB187}">
      <dgm:prSet/>
      <dgm:spPr/>
      <dgm:t>
        <a:bodyPr/>
        <a:lstStyle/>
        <a:p>
          <a:endParaRPr lang="id-ID"/>
        </a:p>
      </dgm:t>
    </dgm:pt>
    <dgm:pt modelId="{5DFA8C98-4772-4CA1-9699-F86DCC6D749D}">
      <dgm:prSet phldrT="[Text]"/>
      <dgm:spPr/>
      <dgm:t>
        <a:bodyPr/>
        <a:lstStyle/>
        <a:p>
          <a:r>
            <a:rPr lang="id-ID" dirty="0" smtClean="0"/>
            <a:t>XL STAT</a:t>
          </a:r>
        </a:p>
        <a:p>
          <a:r>
            <a:rPr lang="id-ID" dirty="0" smtClean="0"/>
            <a:t>(Data Modelling)</a:t>
          </a:r>
          <a:endParaRPr lang="id-ID" dirty="0"/>
        </a:p>
      </dgm:t>
    </dgm:pt>
    <dgm:pt modelId="{833BBC1A-B51C-4C07-B166-1D89938F1A11}" type="parTrans" cxnId="{6535EC8C-3615-401E-8BBF-B4599B7E5C3E}">
      <dgm:prSet/>
      <dgm:spPr/>
      <dgm:t>
        <a:bodyPr/>
        <a:lstStyle/>
        <a:p>
          <a:endParaRPr lang="id-ID"/>
        </a:p>
      </dgm:t>
    </dgm:pt>
    <dgm:pt modelId="{06635096-1EF4-4E63-B597-45A3C813AE20}" type="sibTrans" cxnId="{6535EC8C-3615-401E-8BBF-B4599B7E5C3E}">
      <dgm:prSet/>
      <dgm:spPr/>
      <dgm:t>
        <a:bodyPr/>
        <a:lstStyle/>
        <a:p>
          <a:endParaRPr lang="id-ID"/>
        </a:p>
      </dgm:t>
    </dgm:pt>
    <dgm:pt modelId="{26DE4B30-62CE-426B-9A09-FA2DF2523F56}">
      <dgm:prSet phldrT="[Text]"/>
      <dgm:spPr/>
      <dgm:t>
        <a:bodyPr/>
        <a:lstStyle/>
        <a:p>
          <a:r>
            <a:rPr lang="id-ID" dirty="0" smtClean="0"/>
            <a:t>Microsoft Powerpoint</a:t>
          </a:r>
        </a:p>
        <a:p>
          <a:r>
            <a:rPr lang="id-ID" dirty="0" smtClean="0"/>
            <a:t>(Penyajian Hasil Data)</a:t>
          </a:r>
          <a:endParaRPr lang="id-ID" dirty="0"/>
        </a:p>
      </dgm:t>
    </dgm:pt>
    <dgm:pt modelId="{32B5A2F5-9A84-4914-85F0-A69DB2EE5C51}" type="parTrans" cxnId="{5D300507-30D7-4CD3-9AB7-259FDD6FBB1E}">
      <dgm:prSet/>
      <dgm:spPr/>
      <dgm:t>
        <a:bodyPr/>
        <a:lstStyle/>
        <a:p>
          <a:endParaRPr lang="id-ID"/>
        </a:p>
      </dgm:t>
    </dgm:pt>
    <dgm:pt modelId="{9BC7FF93-95A1-47D7-9CC5-6676C2E0A56E}" type="sibTrans" cxnId="{5D300507-30D7-4CD3-9AB7-259FDD6FBB1E}">
      <dgm:prSet/>
      <dgm:spPr/>
      <dgm:t>
        <a:bodyPr/>
        <a:lstStyle/>
        <a:p>
          <a:endParaRPr lang="id-ID"/>
        </a:p>
      </dgm:t>
    </dgm:pt>
    <dgm:pt modelId="{21CD3E2C-4DC4-4E7B-976E-318DEBDD8F41}" type="pres">
      <dgm:prSet presAssocID="{B3A65B38-3C6E-47EB-88DD-5A916C6E6A04}" presName="linearFlow" presStyleCnt="0">
        <dgm:presLayoutVars>
          <dgm:dir/>
          <dgm:resizeHandles val="exact"/>
        </dgm:presLayoutVars>
      </dgm:prSet>
      <dgm:spPr/>
    </dgm:pt>
    <dgm:pt modelId="{D83C02AD-D2DD-468B-A8CA-DBCBD6C18375}" type="pres">
      <dgm:prSet presAssocID="{A84852CF-4529-4598-BD03-1C0F82A9169C}" presName="composite" presStyleCnt="0"/>
      <dgm:spPr/>
    </dgm:pt>
    <dgm:pt modelId="{F5B83332-821B-4DC1-B85C-9A452C25CB56}" type="pres">
      <dgm:prSet presAssocID="{A84852CF-4529-4598-BD03-1C0F82A9169C}" presName="imgShp" presStyleLbl="fgImgPlace1" presStyleIdx="0" presStyleCnt="3"/>
      <dgm:spPr>
        <a:blipFill>
          <a:blip xmlns:r="http://schemas.openxmlformats.org/officeDocument/2006/relationships" r:embed="rId1">
            <a:extLst>
              <a:ext uri="{28A0092B-C50C-407E-A947-70E740481C1C}">
                <a14:useLocalDpi xmlns:a14="http://schemas.microsoft.com/office/drawing/2010/main" val="0"/>
              </a:ext>
            </a:extLst>
          </a:blip>
          <a:srcRect/>
          <a:stretch>
            <a:fillRect t="-17000" b="-17000"/>
          </a:stretch>
        </a:blipFill>
      </dgm:spPr>
    </dgm:pt>
    <dgm:pt modelId="{11732241-C02E-4838-BF90-07282B87EB72}" type="pres">
      <dgm:prSet presAssocID="{A84852CF-4529-4598-BD03-1C0F82A9169C}" presName="txShp" presStyleLbl="node1" presStyleIdx="0" presStyleCnt="3">
        <dgm:presLayoutVars>
          <dgm:bulletEnabled val="1"/>
        </dgm:presLayoutVars>
      </dgm:prSet>
      <dgm:spPr/>
    </dgm:pt>
    <dgm:pt modelId="{09180DA0-ADA4-4442-A799-0A21B3003243}" type="pres">
      <dgm:prSet presAssocID="{99256831-71C0-449F-9364-FCF87400A462}" presName="spacing" presStyleCnt="0"/>
      <dgm:spPr/>
    </dgm:pt>
    <dgm:pt modelId="{F5A75657-4ACF-40D9-9283-74EA0F0A56C5}" type="pres">
      <dgm:prSet presAssocID="{5DFA8C98-4772-4CA1-9699-F86DCC6D749D}" presName="composite" presStyleCnt="0"/>
      <dgm:spPr/>
    </dgm:pt>
    <dgm:pt modelId="{41A9D204-88AB-4A00-8535-0F39E500A773}" type="pres">
      <dgm:prSet presAssocID="{5DFA8C98-4772-4CA1-9699-F86DCC6D749D}" presName="imgShp" presStyleLbl="fgImgPlace1" presStyleIdx="1" presStyleCnt="3"/>
      <dgm:spPr>
        <a:blipFill>
          <a:blip xmlns:r="http://schemas.openxmlformats.org/officeDocument/2006/relationships" r:embed="rId2">
            <a:extLst>
              <a:ext uri="{28A0092B-C50C-407E-A947-70E740481C1C}">
                <a14:useLocalDpi xmlns:a14="http://schemas.microsoft.com/office/drawing/2010/main" val="0"/>
              </a:ext>
            </a:extLst>
          </a:blip>
          <a:srcRect/>
          <a:stretch>
            <a:fillRect t="-17000" b="-17000"/>
          </a:stretch>
        </a:blipFill>
      </dgm:spPr>
    </dgm:pt>
    <dgm:pt modelId="{875CF9E5-77B7-40CB-9833-A7F0ECC53278}" type="pres">
      <dgm:prSet presAssocID="{5DFA8C98-4772-4CA1-9699-F86DCC6D749D}" presName="txShp" presStyleLbl="node1" presStyleIdx="1" presStyleCnt="3">
        <dgm:presLayoutVars>
          <dgm:bulletEnabled val="1"/>
        </dgm:presLayoutVars>
      </dgm:prSet>
      <dgm:spPr/>
    </dgm:pt>
    <dgm:pt modelId="{D2D812F7-21A1-489F-B8E8-EB3A5C4DA661}" type="pres">
      <dgm:prSet presAssocID="{06635096-1EF4-4E63-B597-45A3C813AE20}" presName="spacing" presStyleCnt="0"/>
      <dgm:spPr/>
    </dgm:pt>
    <dgm:pt modelId="{0543E733-AAA0-428A-A591-13C256EFC098}" type="pres">
      <dgm:prSet presAssocID="{26DE4B30-62CE-426B-9A09-FA2DF2523F56}" presName="composite" presStyleCnt="0"/>
      <dgm:spPr/>
    </dgm:pt>
    <dgm:pt modelId="{F23D2B29-6CBA-4384-9E15-30F83778EB7F}" type="pres">
      <dgm:prSet presAssocID="{26DE4B30-62CE-426B-9A09-FA2DF2523F56}" presName="imgShp" presStyleLbl="fgImgPlace1" presStyleIdx="2" presStyleCnt="3"/>
      <dgm:spPr>
        <a:blipFill>
          <a:blip xmlns:r="http://schemas.openxmlformats.org/officeDocument/2006/relationships" r:embed="rId3" cstate="print">
            <a:extLst>
              <a:ext uri="{28A0092B-C50C-407E-A947-70E740481C1C}">
                <a14:useLocalDpi xmlns:a14="http://schemas.microsoft.com/office/drawing/2010/main" val="0"/>
              </a:ext>
            </a:extLst>
          </a:blip>
          <a:srcRect/>
          <a:stretch>
            <a:fillRect t="-14000" b="-14000"/>
          </a:stretch>
        </a:blipFill>
      </dgm:spPr>
    </dgm:pt>
    <dgm:pt modelId="{86C51A55-62CA-4B85-919F-044479796950}" type="pres">
      <dgm:prSet presAssocID="{26DE4B30-62CE-426B-9A09-FA2DF2523F56}" presName="txShp" presStyleLbl="node1" presStyleIdx="2" presStyleCnt="3">
        <dgm:presLayoutVars>
          <dgm:bulletEnabled val="1"/>
        </dgm:presLayoutVars>
      </dgm:prSet>
      <dgm:spPr/>
      <dgm:t>
        <a:bodyPr/>
        <a:lstStyle/>
        <a:p>
          <a:endParaRPr lang="id-ID"/>
        </a:p>
      </dgm:t>
    </dgm:pt>
  </dgm:ptLst>
  <dgm:cxnLst>
    <dgm:cxn modelId="{BD9E6BD2-97BA-4BBB-B902-62C8A8EDB187}" srcId="{B3A65B38-3C6E-47EB-88DD-5A916C6E6A04}" destId="{A84852CF-4529-4598-BD03-1C0F82A9169C}" srcOrd="0" destOrd="0" parTransId="{8F1E8F22-46CB-4D44-95C1-B6D06920DF79}" sibTransId="{99256831-71C0-449F-9364-FCF87400A462}"/>
    <dgm:cxn modelId="{6535EC8C-3615-401E-8BBF-B4599B7E5C3E}" srcId="{B3A65B38-3C6E-47EB-88DD-5A916C6E6A04}" destId="{5DFA8C98-4772-4CA1-9699-F86DCC6D749D}" srcOrd="1" destOrd="0" parTransId="{833BBC1A-B51C-4C07-B166-1D89938F1A11}" sibTransId="{06635096-1EF4-4E63-B597-45A3C813AE20}"/>
    <dgm:cxn modelId="{49DEE234-9A5D-4F3A-9E98-B339E8446F93}" type="presOf" srcId="{5DFA8C98-4772-4CA1-9699-F86DCC6D749D}" destId="{875CF9E5-77B7-40CB-9833-A7F0ECC53278}" srcOrd="0" destOrd="0" presId="urn:microsoft.com/office/officeart/2005/8/layout/vList3"/>
    <dgm:cxn modelId="{696EF8EC-E236-4527-85C9-DA43EFF5672C}" type="presOf" srcId="{B3A65B38-3C6E-47EB-88DD-5A916C6E6A04}" destId="{21CD3E2C-4DC4-4E7B-976E-318DEBDD8F41}" srcOrd="0" destOrd="0" presId="urn:microsoft.com/office/officeart/2005/8/layout/vList3"/>
    <dgm:cxn modelId="{A4B0DB6D-E7B8-4B51-A1DD-6725CAFCD230}" type="presOf" srcId="{A84852CF-4529-4598-BD03-1C0F82A9169C}" destId="{11732241-C02E-4838-BF90-07282B87EB72}" srcOrd="0" destOrd="0" presId="urn:microsoft.com/office/officeart/2005/8/layout/vList3"/>
    <dgm:cxn modelId="{DCC053C8-02DB-4ECC-9809-265550ECE59B}" type="presOf" srcId="{26DE4B30-62CE-426B-9A09-FA2DF2523F56}" destId="{86C51A55-62CA-4B85-919F-044479796950}" srcOrd="0" destOrd="0" presId="urn:microsoft.com/office/officeart/2005/8/layout/vList3"/>
    <dgm:cxn modelId="{5D300507-30D7-4CD3-9AB7-259FDD6FBB1E}" srcId="{B3A65B38-3C6E-47EB-88DD-5A916C6E6A04}" destId="{26DE4B30-62CE-426B-9A09-FA2DF2523F56}" srcOrd="2" destOrd="0" parTransId="{32B5A2F5-9A84-4914-85F0-A69DB2EE5C51}" sibTransId="{9BC7FF93-95A1-47D7-9CC5-6676C2E0A56E}"/>
    <dgm:cxn modelId="{A15B6E29-F831-4403-AE46-0738BD4A4FA1}" type="presParOf" srcId="{21CD3E2C-4DC4-4E7B-976E-318DEBDD8F41}" destId="{D83C02AD-D2DD-468B-A8CA-DBCBD6C18375}" srcOrd="0" destOrd="0" presId="urn:microsoft.com/office/officeart/2005/8/layout/vList3"/>
    <dgm:cxn modelId="{537402BE-1CFC-40DD-8853-35D918B3CE75}" type="presParOf" srcId="{D83C02AD-D2DD-468B-A8CA-DBCBD6C18375}" destId="{F5B83332-821B-4DC1-B85C-9A452C25CB56}" srcOrd="0" destOrd="0" presId="urn:microsoft.com/office/officeart/2005/8/layout/vList3"/>
    <dgm:cxn modelId="{30ED61F8-2A11-4D48-81F1-F935DA2D3F19}" type="presParOf" srcId="{D83C02AD-D2DD-468B-A8CA-DBCBD6C18375}" destId="{11732241-C02E-4838-BF90-07282B87EB72}" srcOrd="1" destOrd="0" presId="urn:microsoft.com/office/officeart/2005/8/layout/vList3"/>
    <dgm:cxn modelId="{52EBB57E-2A52-4B31-ACC6-CE44E6697AB6}" type="presParOf" srcId="{21CD3E2C-4DC4-4E7B-976E-318DEBDD8F41}" destId="{09180DA0-ADA4-4442-A799-0A21B3003243}" srcOrd="1" destOrd="0" presId="urn:microsoft.com/office/officeart/2005/8/layout/vList3"/>
    <dgm:cxn modelId="{79EB7445-68A4-4D56-82DF-BE24C450471B}" type="presParOf" srcId="{21CD3E2C-4DC4-4E7B-976E-318DEBDD8F41}" destId="{F5A75657-4ACF-40D9-9283-74EA0F0A56C5}" srcOrd="2" destOrd="0" presId="urn:microsoft.com/office/officeart/2005/8/layout/vList3"/>
    <dgm:cxn modelId="{3B0CA686-4D14-494B-AEA7-EA88EF2EB490}" type="presParOf" srcId="{F5A75657-4ACF-40D9-9283-74EA0F0A56C5}" destId="{41A9D204-88AB-4A00-8535-0F39E500A773}" srcOrd="0" destOrd="0" presId="urn:microsoft.com/office/officeart/2005/8/layout/vList3"/>
    <dgm:cxn modelId="{189403B9-6C3D-429A-8243-A2C0BCA1786D}" type="presParOf" srcId="{F5A75657-4ACF-40D9-9283-74EA0F0A56C5}" destId="{875CF9E5-77B7-40CB-9833-A7F0ECC53278}" srcOrd="1" destOrd="0" presId="urn:microsoft.com/office/officeart/2005/8/layout/vList3"/>
    <dgm:cxn modelId="{EBE0E2D8-B5AC-46C9-8F9F-315E41DE8855}" type="presParOf" srcId="{21CD3E2C-4DC4-4E7B-976E-318DEBDD8F41}" destId="{D2D812F7-21A1-489F-B8E8-EB3A5C4DA661}" srcOrd="3" destOrd="0" presId="urn:microsoft.com/office/officeart/2005/8/layout/vList3"/>
    <dgm:cxn modelId="{C0759920-2529-4822-B097-732C9BA956E7}" type="presParOf" srcId="{21CD3E2C-4DC4-4E7B-976E-318DEBDD8F41}" destId="{0543E733-AAA0-428A-A591-13C256EFC098}" srcOrd="4" destOrd="0" presId="urn:microsoft.com/office/officeart/2005/8/layout/vList3"/>
    <dgm:cxn modelId="{11694D2D-6A2B-4B57-9EF6-5EC4F877DA3C}" type="presParOf" srcId="{0543E733-AAA0-428A-A591-13C256EFC098}" destId="{F23D2B29-6CBA-4384-9E15-30F83778EB7F}" srcOrd="0" destOrd="0" presId="urn:microsoft.com/office/officeart/2005/8/layout/vList3"/>
    <dgm:cxn modelId="{DCBAF415-D705-4DF0-971E-7493B41A66D8}" type="presParOf" srcId="{0543E733-AAA0-428A-A591-13C256EFC098}" destId="{86C51A55-62CA-4B85-919F-044479796950}" srcOrd="1" destOrd="0" presId="urn:microsoft.com/office/officeart/2005/8/layout/vList3"/>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E46254EB-5F68-4D0D-8994-6AEDF9B51034}" type="doc">
      <dgm:prSet loTypeId="urn:microsoft.com/office/officeart/2005/8/layout/radial4" loCatId="relationship" qsTypeId="urn:microsoft.com/office/officeart/2005/8/quickstyle/simple1" qsCatId="simple" csTypeId="urn:microsoft.com/office/officeart/2005/8/colors/accent1_2" csCatId="accent1" phldr="1"/>
      <dgm:spPr/>
      <dgm:t>
        <a:bodyPr/>
        <a:lstStyle/>
        <a:p>
          <a:endParaRPr lang="id-ID"/>
        </a:p>
      </dgm:t>
    </dgm:pt>
    <dgm:pt modelId="{3C53B196-6E4A-4869-821A-374398C6994E}">
      <dgm:prSet phldrT="[Text]" custT="1"/>
      <dgm:spPr/>
      <dgm:t>
        <a:bodyPr/>
        <a:lstStyle/>
        <a:p>
          <a:r>
            <a:rPr lang="id-ID" sz="1400" dirty="0" smtClean="0"/>
            <a:t>Rekomendasi Produk </a:t>
          </a:r>
          <a:r>
            <a:rPr lang="id-ID" sz="1200" dirty="0" smtClean="0"/>
            <a:t>(Akurasi : 93%)</a:t>
          </a:r>
          <a:endParaRPr lang="id-ID" sz="1200" dirty="0"/>
        </a:p>
      </dgm:t>
    </dgm:pt>
    <dgm:pt modelId="{92F56695-9119-4106-8F2C-3C0224023C1F}" type="parTrans" cxnId="{1C6E6787-A2B6-4BA4-BC7C-CA3BC11EF618}">
      <dgm:prSet/>
      <dgm:spPr/>
      <dgm:t>
        <a:bodyPr/>
        <a:lstStyle/>
        <a:p>
          <a:endParaRPr lang="id-ID"/>
        </a:p>
      </dgm:t>
    </dgm:pt>
    <dgm:pt modelId="{6674026E-1774-4761-A696-17D47517F8D6}" type="sibTrans" cxnId="{1C6E6787-A2B6-4BA4-BC7C-CA3BC11EF618}">
      <dgm:prSet/>
      <dgm:spPr/>
      <dgm:t>
        <a:bodyPr/>
        <a:lstStyle/>
        <a:p>
          <a:endParaRPr lang="id-ID"/>
        </a:p>
      </dgm:t>
    </dgm:pt>
    <dgm:pt modelId="{F2234310-5828-42C3-AF6A-9A9A67AD3C79}">
      <dgm:prSet phldrT="[Text]"/>
      <dgm:spPr/>
      <dgm:t>
        <a:bodyPr/>
        <a:lstStyle/>
        <a:p>
          <a:r>
            <a:rPr lang="id-ID" dirty="0" smtClean="0"/>
            <a:t>Rating Produk</a:t>
          </a:r>
          <a:endParaRPr lang="id-ID" dirty="0"/>
        </a:p>
      </dgm:t>
    </dgm:pt>
    <dgm:pt modelId="{29493428-A2D4-4639-8DEC-C179390CDD31}" type="parTrans" cxnId="{FF55AFA6-A1C0-4B48-BA9E-C71388EBD8A3}">
      <dgm:prSet/>
      <dgm:spPr/>
      <dgm:t>
        <a:bodyPr/>
        <a:lstStyle/>
        <a:p>
          <a:endParaRPr lang="id-ID"/>
        </a:p>
      </dgm:t>
    </dgm:pt>
    <dgm:pt modelId="{01935162-0A07-49D5-BE1A-BAFEC08C4067}" type="sibTrans" cxnId="{FF55AFA6-A1C0-4B48-BA9E-C71388EBD8A3}">
      <dgm:prSet/>
      <dgm:spPr/>
      <dgm:t>
        <a:bodyPr/>
        <a:lstStyle/>
        <a:p>
          <a:endParaRPr lang="id-ID"/>
        </a:p>
      </dgm:t>
    </dgm:pt>
    <dgm:pt modelId="{BB9C5454-0496-4599-8D3B-E871635698A4}">
      <dgm:prSet phldrT="[Text]"/>
      <dgm:spPr/>
      <dgm:t>
        <a:bodyPr/>
        <a:lstStyle/>
        <a:p>
          <a:r>
            <a:rPr lang="id-ID" dirty="0" smtClean="0"/>
            <a:t>Positive Feeback Produk</a:t>
          </a:r>
          <a:endParaRPr lang="id-ID" dirty="0"/>
        </a:p>
      </dgm:t>
    </dgm:pt>
    <dgm:pt modelId="{3B506369-8FFF-4FE2-8D9F-DBF5C1DB7486}" type="parTrans" cxnId="{7CF6989F-96A5-47D9-A6E7-E4D25AE815BF}">
      <dgm:prSet/>
      <dgm:spPr/>
      <dgm:t>
        <a:bodyPr/>
        <a:lstStyle/>
        <a:p>
          <a:endParaRPr lang="id-ID"/>
        </a:p>
      </dgm:t>
    </dgm:pt>
    <dgm:pt modelId="{00EC4D27-909B-4786-BB18-C479ED0B4048}" type="sibTrans" cxnId="{7CF6989F-96A5-47D9-A6E7-E4D25AE815BF}">
      <dgm:prSet/>
      <dgm:spPr/>
      <dgm:t>
        <a:bodyPr/>
        <a:lstStyle/>
        <a:p>
          <a:endParaRPr lang="id-ID"/>
        </a:p>
      </dgm:t>
    </dgm:pt>
    <dgm:pt modelId="{BCAB2B47-22CC-4EDF-85CD-A7D4FE8684BD}">
      <dgm:prSet phldrT="[Text]"/>
      <dgm:spPr/>
      <dgm:t>
        <a:bodyPr/>
        <a:lstStyle/>
        <a:p>
          <a:r>
            <a:rPr lang="id-ID" dirty="0" smtClean="0"/>
            <a:t>Produk </a:t>
          </a:r>
          <a:endParaRPr lang="id-ID" dirty="0"/>
        </a:p>
      </dgm:t>
    </dgm:pt>
    <dgm:pt modelId="{2DD647DC-9495-49BC-8E85-2D17B5FF9BC7}" type="parTrans" cxnId="{CD6974E7-84F2-4F11-BC46-83364C823899}">
      <dgm:prSet/>
      <dgm:spPr/>
      <dgm:t>
        <a:bodyPr/>
        <a:lstStyle/>
        <a:p>
          <a:endParaRPr lang="id-ID"/>
        </a:p>
      </dgm:t>
    </dgm:pt>
    <dgm:pt modelId="{48F206CB-51F8-496F-8CF9-7217E2DB2672}" type="sibTrans" cxnId="{CD6974E7-84F2-4F11-BC46-83364C823899}">
      <dgm:prSet/>
      <dgm:spPr/>
      <dgm:t>
        <a:bodyPr/>
        <a:lstStyle/>
        <a:p>
          <a:endParaRPr lang="id-ID"/>
        </a:p>
      </dgm:t>
    </dgm:pt>
    <dgm:pt modelId="{A28D9E5E-3ADE-48FF-82BA-6ED79C5AE513}">
      <dgm:prSet phldrT="[Text]"/>
      <dgm:spPr/>
      <dgm:t>
        <a:bodyPr/>
        <a:lstStyle/>
        <a:p>
          <a:r>
            <a:rPr lang="id-ID" dirty="0" smtClean="0"/>
            <a:t>Umur Penilai</a:t>
          </a:r>
          <a:endParaRPr lang="id-ID" dirty="0"/>
        </a:p>
      </dgm:t>
    </dgm:pt>
    <dgm:pt modelId="{90CC60FC-69B7-4518-AC45-924EC15BF649}" type="parTrans" cxnId="{7B32746A-47B7-42AC-8F4D-35720D5FE5B9}">
      <dgm:prSet/>
      <dgm:spPr/>
      <dgm:t>
        <a:bodyPr/>
        <a:lstStyle/>
        <a:p>
          <a:endParaRPr lang="id-ID"/>
        </a:p>
      </dgm:t>
    </dgm:pt>
    <dgm:pt modelId="{1B982968-A771-4EE3-AD32-12B00E985ED1}" type="sibTrans" cxnId="{7B32746A-47B7-42AC-8F4D-35720D5FE5B9}">
      <dgm:prSet/>
      <dgm:spPr/>
      <dgm:t>
        <a:bodyPr/>
        <a:lstStyle/>
        <a:p>
          <a:endParaRPr lang="id-ID"/>
        </a:p>
      </dgm:t>
    </dgm:pt>
    <dgm:pt modelId="{216AEEE5-9215-4AC6-ACC7-55E06DF77B71}" type="pres">
      <dgm:prSet presAssocID="{E46254EB-5F68-4D0D-8994-6AEDF9B51034}" presName="cycle" presStyleCnt="0">
        <dgm:presLayoutVars>
          <dgm:chMax val="1"/>
          <dgm:dir/>
          <dgm:animLvl val="ctr"/>
          <dgm:resizeHandles val="exact"/>
        </dgm:presLayoutVars>
      </dgm:prSet>
      <dgm:spPr/>
    </dgm:pt>
    <dgm:pt modelId="{DA2EBC78-CF67-49DF-8A35-026D02C9CCF2}" type="pres">
      <dgm:prSet presAssocID="{3C53B196-6E4A-4869-821A-374398C6994E}" presName="centerShape" presStyleLbl="node0" presStyleIdx="0" presStyleCnt="1"/>
      <dgm:spPr/>
      <dgm:t>
        <a:bodyPr/>
        <a:lstStyle/>
        <a:p>
          <a:endParaRPr lang="id-ID"/>
        </a:p>
      </dgm:t>
    </dgm:pt>
    <dgm:pt modelId="{0135CFBC-10E4-4BA6-8FFF-4922E596A9F5}" type="pres">
      <dgm:prSet presAssocID="{29493428-A2D4-4639-8DEC-C179390CDD31}" presName="parTrans" presStyleLbl="bgSibTrans2D1" presStyleIdx="0" presStyleCnt="4"/>
      <dgm:spPr/>
    </dgm:pt>
    <dgm:pt modelId="{E4BE92FD-9CF9-4050-B17A-D4E314FFE6D1}" type="pres">
      <dgm:prSet presAssocID="{F2234310-5828-42C3-AF6A-9A9A67AD3C79}" presName="node" presStyleLbl="node1" presStyleIdx="0" presStyleCnt="4">
        <dgm:presLayoutVars>
          <dgm:bulletEnabled val="1"/>
        </dgm:presLayoutVars>
      </dgm:prSet>
      <dgm:spPr/>
    </dgm:pt>
    <dgm:pt modelId="{DB80E990-1CA5-4EC7-AEBF-D6A2BE379C2F}" type="pres">
      <dgm:prSet presAssocID="{3B506369-8FFF-4FE2-8D9F-DBF5C1DB7486}" presName="parTrans" presStyleLbl="bgSibTrans2D1" presStyleIdx="1" presStyleCnt="4"/>
      <dgm:spPr/>
    </dgm:pt>
    <dgm:pt modelId="{BBEDCCEA-C009-4EC2-B86A-6A8A972914A4}" type="pres">
      <dgm:prSet presAssocID="{BB9C5454-0496-4599-8D3B-E871635698A4}" presName="node" presStyleLbl="node1" presStyleIdx="1" presStyleCnt="4">
        <dgm:presLayoutVars>
          <dgm:bulletEnabled val="1"/>
        </dgm:presLayoutVars>
      </dgm:prSet>
      <dgm:spPr/>
    </dgm:pt>
    <dgm:pt modelId="{68176E31-B76B-4938-A582-FC1544757B4E}" type="pres">
      <dgm:prSet presAssocID="{90CC60FC-69B7-4518-AC45-924EC15BF649}" presName="parTrans" presStyleLbl="bgSibTrans2D1" presStyleIdx="2" presStyleCnt="4"/>
      <dgm:spPr/>
    </dgm:pt>
    <dgm:pt modelId="{D3087685-3A57-460A-9900-E3C78DF2620E}" type="pres">
      <dgm:prSet presAssocID="{A28D9E5E-3ADE-48FF-82BA-6ED79C5AE513}" presName="node" presStyleLbl="node1" presStyleIdx="2" presStyleCnt="4">
        <dgm:presLayoutVars>
          <dgm:bulletEnabled val="1"/>
        </dgm:presLayoutVars>
      </dgm:prSet>
      <dgm:spPr/>
      <dgm:t>
        <a:bodyPr/>
        <a:lstStyle/>
        <a:p>
          <a:endParaRPr lang="id-ID"/>
        </a:p>
      </dgm:t>
    </dgm:pt>
    <dgm:pt modelId="{B6F619F4-1D3C-4C04-A008-904A4B0F7624}" type="pres">
      <dgm:prSet presAssocID="{2DD647DC-9495-49BC-8E85-2D17B5FF9BC7}" presName="parTrans" presStyleLbl="bgSibTrans2D1" presStyleIdx="3" presStyleCnt="4"/>
      <dgm:spPr/>
    </dgm:pt>
    <dgm:pt modelId="{977D8D6A-9F7B-4183-9F2A-5E90DDF7A039}" type="pres">
      <dgm:prSet presAssocID="{BCAB2B47-22CC-4EDF-85CD-A7D4FE8684BD}" presName="node" presStyleLbl="node1" presStyleIdx="3" presStyleCnt="4">
        <dgm:presLayoutVars>
          <dgm:bulletEnabled val="1"/>
        </dgm:presLayoutVars>
      </dgm:prSet>
      <dgm:spPr/>
      <dgm:t>
        <a:bodyPr/>
        <a:lstStyle/>
        <a:p>
          <a:endParaRPr lang="id-ID"/>
        </a:p>
      </dgm:t>
    </dgm:pt>
  </dgm:ptLst>
  <dgm:cxnLst>
    <dgm:cxn modelId="{77260478-9893-4299-AC9C-5269360BC2AA}" type="presOf" srcId="{2DD647DC-9495-49BC-8E85-2D17B5FF9BC7}" destId="{B6F619F4-1D3C-4C04-A008-904A4B0F7624}" srcOrd="0" destOrd="0" presId="urn:microsoft.com/office/officeart/2005/8/layout/radial4"/>
    <dgm:cxn modelId="{6FEC4B35-CBB3-4A69-BE10-F328F006B2D8}" type="presOf" srcId="{3B506369-8FFF-4FE2-8D9F-DBF5C1DB7486}" destId="{DB80E990-1CA5-4EC7-AEBF-D6A2BE379C2F}" srcOrd="0" destOrd="0" presId="urn:microsoft.com/office/officeart/2005/8/layout/radial4"/>
    <dgm:cxn modelId="{BF034CD2-0CB8-4054-883F-AA28DC498DEB}" type="presOf" srcId="{90CC60FC-69B7-4518-AC45-924EC15BF649}" destId="{68176E31-B76B-4938-A582-FC1544757B4E}" srcOrd="0" destOrd="0" presId="urn:microsoft.com/office/officeart/2005/8/layout/radial4"/>
    <dgm:cxn modelId="{FF55AFA6-A1C0-4B48-BA9E-C71388EBD8A3}" srcId="{3C53B196-6E4A-4869-821A-374398C6994E}" destId="{F2234310-5828-42C3-AF6A-9A9A67AD3C79}" srcOrd="0" destOrd="0" parTransId="{29493428-A2D4-4639-8DEC-C179390CDD31}" sibTransId="{01935162-0A07-49D5-BE1A-BAFEC08C4067}"/>
    <dgm:cxn modelId="{7338BCB1-F5FA-4C27-A095-C9124C82060D}" type="presOf" srcId="{A28D9E5E-3ADE-48FF-82BA-6ED79C5AE513}" destId="{D3087685-3A57-460A-9900-E3C78DF2620E}" srcOrd="0" destOrd="0" presId="urn:microsoft.com/office/officeart/2005/8/layout/radial4"/>
    <dgm:cxn modelId="{8DD1BEFD-9978-4C64-BB8F-3FB605719F41}" type="presOf" srcId="{BCAB2B47-22CC-4EDF-85CD-A7D4FE8684BD}" destId="{977D8D6A-9F7B-4183-9F2A-5E90DDF7A039}" srcOrd="0" destOrd="0" presId="urn:microsoft.com/office/officeart/2005/8/layout/radial4"/>
    <dgm:cxn modelId="{6C25BE4D-798C-4CA0-BD40-2C0441B8F8B6}" type="presOf" srcId="{29493428-A2D4-4639-8DEC-C179390CDD31}" destId="{0135CFBC-10E4-4BA6-8FFF-4922E596A9F5}" srcOrd="0" destOrd="0" presId="urn:microsoft.com/office/officeart/2005/8/layout/radial4"/>
    <dgm:cxn modelId="{1C6E6787-A2B6-4BA4-BC7C-CA3BC11EF618}" srcId="{E46254EB-5F68-4D0D-8994-6AEDF9B51034}" destId="{3C53B196-6E4A-4869-821A-374398C6994E}" srcOrd="0" destOrd="0" parTransId="{92F56695-9119-4106-8F2C-3C0224023C1F}" sibTransId="{6674026E-1774-4761-A696-17D47517F8D6}"/>
    <dgm:cxn modelId="{DF329F46-CF83-4B14-A296-20B1E7C78000}" type="presOf" srcId="{BB9C5454-0496-4599-8D3B-E871635698A4}" destId="{BBEDCCEA-C009-4EC2-B86A-6A8A972914A4}" srcOrd="0" destOrd="0" presId="urn:microsoft.com/office/officeart/2005/8/layout/radial4"/>
    <dgm:cxn modelId="{7CF6989F-96A5-47D9-A6E7-E4D25AE815BF}" srcId="{3C53B196-6E4A-4869-821A-374398C6994E}" destId="{BB9C5454-0496-4599-8D3B-E871635698A4}" srcOrd="1" destOrd="0" parTransId="{3B506369-8FFF-4FE2-8D9F-DBF5C1DB7486}" sibTransId="{00EC4D27-909B-4786-BB18-C479ED0B4048}"/>
    <dgm:cxn modelId="{CD6974E7-84F2-4F11-BC46-83364C823899}" srcId="{3C53B196-6E4A-4869-821A-374398C6994E}" destId="{BCAB2B47-22CC-4EDF-85CD-A7D4FE8684BD}" srcOrd="3" destOrd="0" parTransId="{2DD647DC-9495-49BC-8E85-2D17B5FF9BC7}" sibTransId="{48F206CB-51F8-496F-8CF9-7217E2DB2672}"/>
    <dgm:cxn modelId="{F15DCF13-CEE4-4688-9967-E35EF16CA760}" type="presOf" srcId="{F2234310-5828-42C3-AF6A-9A9A67AD3C79}" destId="{E4BE92FD-9CF9-4050-B17A-D4E314FFE6D1}" srcOrd="0" destOrd="0" presId="urn:microsoft.com/office/officeart/2005/8/layout/radial4"/>
    <dgm:cxn modelId="{B39400B3-EAB2-4DAF-9DE9-46F4BE28E2D9}" type="presOf" srcId="{E46254EB-5F68-4D0D-8994-6AEDF9B51034}" destId="{216AEEE5-9215-4AC6-ACC7-55E06DF77B71}" srcOrd="0" destOrd="0" presId="urn:microsoft.com/office/officeart/2005/8/layout/radial4"/>
    <dgm:cxn modelId="{7B32746A-47B7-42AC-8F4D-35720D5FE5B9}" srcId="{3C53B196-6E4A-4869-821A-374398C6994E}" destId="{A28D9E5E-3ADE-48FF-82BA-6ED79C5AE513}" srcOrd="2" destOrd="0" parTransId="{90CC60FC-69B7-4518-AC45-924EC15BF649}" sibTransId="{1B982968-A771-4EE3-AD32-12B00E985ED1}"/>
    <dgm:cxn modelId="{2C25D497-927F-43D2-B371-E6E6526C4A05}" type="presOf" srcId="{3C53B196-6E4A-4869-821A-374398C6994E}" destId="{DA2EBC78-CF67-49DF-8A35-026D02C9CCF2}" srcOrd="0" destOrd="0" presId="urn:microsoft.com/office/officeart/2005/8/layout/radial4"/>
    <dgm:cxn modelId="{ADEE599E-1C17-4383-A342-800890044BA1}" type="presParOf" srcId="{216AEEE5-9215-4AC6-ACC7-55E06DF77B71}" destId="{DA2EBC78-CF67-49DF-8A35-026D02C9CCF2}" srcOrd="0" destOrd="0" presId="urn:microsoft.com/office/officeart/2005/8/layout/radial4"/>
    <dgm:cxn modelId="{641A9430-9DC3-4D4A-83FB-F1AB073ACD20}" type="presParOf" srcId="{216AEEE5-9215-4AC6-ACC7-55E06DF77B71}" destId="{0135CFBC-10E4-4BA6-8FFF-4922E596A9F5}" srcOrd="1" destOrd="0" presId="urn:microsoft.com/office/officeart/2005/8/layout/radial4"/>
    <dgm:cxn modelId="{BE0C2001-70B6-4A21-B6A5-045131DECAF6}" type="presParOf" srcId="{216AEEE5-9215-4AC6-ACC7-55E06DF77B71}" destId="{E4BE92FD-9CF9-4050-B17A-D4E314FFE6D1}" srcOrd="2" destOrd="0" presId="urn:microsoft.com/office/officeart/2005/8/layout/radial4"/>
    <dgm:cxn modelId="{9AD67769-BE21-4852-9CE1-CA29B58374FB}" type="presParOf" srcId="{216AEEE5-9215-4AC6-ACC7-55E06DF77B71}" destId="{DB80E990-1CA5-4EC7-AEBF-D6A2BE379C2F}" srcOrd="3" destOrd="0" presId="urn:microsoft.com/office/officeart/2005/8/layout/radial4"/>
    <dgm:cxn modelId="{73F8415C-4A0F-461F-A972-5C1FB5C4E689}" type="presParOf" srcId="{216AEEE5-9215-4AC6-ACC7-55E06DF77B71}" destId="{BBEDCCEA-C009-4EC2-B86A-6A8A972914A4}" srcOrd="4" destOrd="0" presId="urn:microsoft.com/office/officeart/2005/8/layout/radial4"/>
    <dgm:cxn modelId="{E694D677-6F18-4BC8-95C8-ABC69B62CE40}" type="presParOf" srcId="{216AEEE5-9215-4AC6-ACC7-55E06DF77B71}" destId="{68176E31-B76B-4938-A582-FC1544757B4E}" srcOrd="5" destOrd="0" presId="urn:microsoft.com/office/officeart/2005/8/layout/radial4"/>
    <dgm:cxn modelId="{7BA46489-F412-4C60-9AF4-1E8EF0BC1DF2}" type="presParOf" srcId="{216AEEE5-9215-4AC6-ACC7-55E06DF77B71}" destId="{D3087685-3A57-460A-9900-E3C78DF2620E}" srcOrd="6" destOrd="0" presId="urn:microsoft.com/office/officeart/2005/8/layout/radial4"/>
    <dgm:cxn modelId="{CBE7F0B6-F2AF-43FB-BAB9-4D0431C95E9F}" type="presParOf" srcId="{216AEEE5-9215-4AC6-ACC7-55E06DF77B71}" destId="{B6F619F4-1D3C-4C04-A008-904A4B0F7624}" srcOrd="7" destOrd="0" presId="urn:microsoft.com/office/officeart/2005/8/layout/radial4"/>
    <dgm:cxn modelId="{11A89C0E-4F18-4B54-B3EC-076045962D6C}" type="presParOf" srcId="{216AEEE5-9215-4AC6-ACC7-55E06DF77B71}" destId="{977D8D6A-9F7B-4183-9F2A-5E90DDF7A039}" srcOrd="8" destOrd="0" presId="urn:microsoft.com/office/officeart/2005/8/layout/radial4"/>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8069E11-3C92-46A1-B2BD-D55F3AA33CF3}">
      <dsp:nvSpPr>
        <dsp:cNvPr id="0" name=""/>
        <dsp:cNvSpPr/>
      </dsp:nvSpPr>
      <dsp:spPr>
        <a:xfrm rot="5400000">
          <a:off x="2514114" y="1294406"/>
          <a:ext cx="1144791" cy="1303304"/>
        </a:xfrm>
        <a:prstGeom prst="bentUpArrow">
          <a:avLst>
            <a:gd name="adj1" fmla="val 32840"/>
            <a:gd name="adj2" fmla="val 25000"/>
            <a:gd name="adj3" fmla="val 35780"/>
          </a:avLst>
        </a:prstGeom>
        <a:solidFill>
          <a:schemeClr val="accent1"/>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BC7DA6C4-D164-4726-9927-C4AC0C07541E}">
      <dsp:nvSpPr>
        <dsp:cNvPr id="0" name=""/>
        <dsp:cNvSpPr/>
      </dsp:nvSpPr>
      <dsp:spPr>
        <a:xfrm>
          <a:off x="2313840" y="25382"/>
          <a:ext cx="1927154" cy="1348945"/>
        </a:xfrm>
        <a:prstGeom prst="roundRect">
          <a:avLst>
            <a:gd name="adj" fmla="val 16670"/>
          </a:avLst>
        </a:prstGeom>
        <a:solidFill>
          <a:schemeClr val="accent1">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9060" tIns="99060" rIns="99060" bIns="99060" numCol="1" spcCol="1270" anchor="ctr" anchorCtr="0">
          <a:noAutofit/>
        </a:bodyPr>
        <a:lstStyle/>
        <a:p>
          <a:pPr lvl="0" algn="ctr" defTabSz="1155700">
            <a:lnSpc>
              <a:spcPct val="90000"/>
            </a:lnSpc>
            <a:spcBef>
              <a:spcPct val="0"/>
            </a:spcBef>
            <a:spcAft>
              <a:spcPct val="35000"/>
            </a:spcAft>
          </a:pPr>
          <a:r>
            <a:rPr lang="id-ID" sz="2600" kern="1200" dirty="0" smtClean="0"/>
            <a:t>Fokus pada Informasi Analisis</a:t>
          </a:r>
          <a:endParaRPr lang="id-ID" sz="2600" kern="1200" dirty="0"/>
        </a:p>
      </dsp:txBody>
      <dsp:txXfrm>
        <a:off x="2379702" y="91244"/>
        <a:ext cx="1795430" cy="1217221"/>
      </dsp:txXfrm>
    </dsp:sp>
    <dsp:sp modelId="{6F82F9A2-EE31-436B-9AB2-3D001DDA8DF9}">
      <dsp:nvSpPr>
        <dsp:cNvPr id="0" name=""/>
        <dsp:cNvSpPr/>
      </dsp:nvSpPr>
      <dsp:spPr>
        <a:xfrm>
          <a:off x="4241051" y="154035"/>
          <a:ext cx="3874437" cy="109027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57150" tIns="57150" rIns="57150" bIns="57150" numCol="1" spcCol="1270" anchor="ctr" anchorCtr="0">
          <a:noAutofit/>
        </a:bodyPr>
        <a:lstStyle/>
        <a:p>
          <a:pPr marL="114300" lvl="1" indent="-114300" algn="l" defTabSz="666750">
            <a:lnSpc>
              <a:spcPct val="90000"/>
            </a:lnSpc>
            <a:spcBef>
              <a:spcPct val="0"/>
            </a:spcBef>
            <a:spcAft>
              <a:spcPct val="15000"/>
            </a:spcAft>
            <a:buChar char="••"/>
          </a:pPr>
          <a:r>
            <a:rPr lang="id-ID" sz="1500" b="1" kern="1200" dirty="0" smtClean="0"/>
            <a:t>Membuat tujuan analisis</a:t>
          </a:r>
          <a:endParaRPr lang="id-ID" sz="1500" b="1" kern="1200" dirty="0"/>
        </a:p>
        <a:p>
          <a:pPr marL="114300" lvl="1" indent="-114300" algn="l" defTabSz="666750">
            <a:lnSpc>
              <a:spcPct val="90000"/>
            </a:lnSpc>
            <a:spcBef>
              <a:spcPct val="0"/>
            </a:spcBef>
            <a:spcAft>
              <a:spcPct val="15000"/>
            </a:spcAft>
            <a:buChar char="••"/>
          </a:pPr>
          <a:r>
            <a:rPr lang="id-ID" sz="1500" b="1" kern="1200" dirty="0" smtClean="0"/>
            <a:t>Membuat hipotesis analisis</a:t>
          </a:r>
          <a:endParaRPr lang="id-ID" sz="1500" b="1" kern="1200" dirty="0"/>
        </a:p>
        <a:p>
          <a:pPr marL="114300" lvl="1" indent="-114300" algn="l" defTabSz="666750">
            <a:lnSpc>
              <a:spcPct val="90000"/>
            </a:lnSpc>
            <a:spcBef>
              <a:spcPct val="0"/>
            </a:spcBef>
            <a:spcAft>
              <a:spcPct val="15000"/>
            </a:spcAft>
            <a:buChar char="••"/>
          </a:pPr>
          <a:r>
            <a:rPr lang="id-ID" sz="1500" b="1" kern="1200" dirty="0" smtClean="0"/>
            <a:t>Menentukan software / tools analisis</a:t>
          </a:r>
          <a:endParaRPr lang="id-ID" sz="1500" b="1" kern="1200" dirty="0"/>
        </a:p>
      </dsp:txBody>
      <dsp:txXfrm>
        <a:off x="4241051" y="154035"/>
        <a:ext cx="3874437" cy="1090277"/>
      </dsp:txXfrm>
    </dsp:sp>
    <dsp:sp modelId="{80D78096-3819-478A-A267-91500E947DF1}">
      <dsp:nvSpPr>
        <dsp:cNvPr id="0" name=""/>
        <dsp:cNvSpPr/>
      </dsp:nvSpPr>
      <dsp:spPr>
        <a:xfrm rot="5400000">
          <a:off x="4808430" y="2809717"/>
          <a:ext cx="1144791" cy="1303304"/>
        </a:xfrm>
        <a:prstGeom prst="bentUpArrow">
          <a:avLst>
            <a:gd name="adj1" fmla="val 32840"/>
            <a:gd name="adj2" fmla="val 25000"/>
            <a:gd name="adj3" fmla="val 35780"/>
          </a:avLst>
        </a:prstGeom>
        <a:solidFill>
          <a:schemeClr val="accent1"/>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8DC4FC27-DDCA-46A1-A8C5-CEB505C2CA54}">
      <dsp:nvSpPr>
        <dsp:cNvPr id="0" name=""/>
        <dsp:cNvSpPr/>
      </dsp:nvSpPr>
      <dsp:spPr>
        <a:xfrm>
          <a:off x="4505130" y="1540693"/>
          <a:ext cx="1927154" cy="1348945"/>
        </a:xfrm>
        <a:prstGeom prst="roundRect">
          <a:avLst>
            <a:gd name="adj" fmla="val 16670"/>
          </a:avLst>
        </a:prstGeom>
        <a:solidFill>
          <a:schemeClr val="accent1">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9060" tIns="99060" rIns="99060" bIns="99060" numCol="1" spcCol="1270" anchor="ctr" anchorCtr="0">
          <a:noAutofit/>
        </a:bodyPr>
        <a:lstStyle/>
        <a:p>
          <a:pPr lvl="0" algn="ctr" defTabSz="1155700">
            <a:lnSpc>
              <a:spcPct val="90000"/>
            </a:lnSpc>
            <a:spcBef>
              <a:spcPct val="0"/>
            </a:spcBef>
            <a:spcAft>
              <a:spcPct val="35000"/>
            </a:spcAft>
          </a:pPr>
          <a:r>
            <a:rPr lang="id-ID" sz="2600" kern="1200" dirty="0" smtClean="0"/>
            <a:t>Eksplorasi Data Analisis</a:t>
          </a:r>
          <a:endParaRPr lang="id-ID" sz="2600" kern="1200" dirty="0"/>
        </a:p>
      </dsp:txBody>
      <dsp:txXfrm>
        <a:off x="4570992" y="1606555"/>
        <a:ext cx="1795430" cy="1217221"/>
      </dsp:txXfrm>
    </dsp:sp>
    <dsp:sp modelId="{2BFC4BD4-E674-4B37-8827-34B1EE60AE53}">
      <dsp:nvSpPr>
        <dsp:cNvPr id="0" name=""/>
        <dsp:cNvSpPr/>
      </dsp:nvSpPr>
      <dsp:spPr>
        <a:xfrm>
          <a:off x="6453232" y="1669346"/>
          <a:ext cx="4329420" cy="109027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57150" tIns="57150" rIns="57150" bIns="57150" numCol="1" spcCol="1270" anchor="ctr" anchorCtr="0">
          <a:noAutofit/>
        </a:bodyPr>
        <a:lstStyle/>
        <a:p>
          <a:pPr marL="114300" lvl="1" indent="-114300" algn="l" defTabSz="666750">
            <a:lnSpc>
              <a:spcPct val="90000"/>
            </a:lnSpc>
            <a:spcBef>
              <a:spcPct val="0"/>
            </a:spcBef>
            <a:spcAft>
              <a:spcPct val="15000"/>
            </a:spcAft>
            <a:buChar char="••"/>
          </a:pPr>
          <a:r>
            <a:rPr lang="id-ID" sz="1500" b="1" kern="1200" dirty="0" smtClean="0"/>
            <a:t>Melakukan proses statistika deskriptif</a:t>
          </a:r>
          <a:endParaRPr lang="id-ID" sz="1500" b="1" kern="1200" dirty="0"/>
        </a:p>
        <a:p>
          <a:pPr marL="114300" lvl="1" indent="-114300" algn="l" defTabSz="666750">
            <a:lnSpc>
              <a:spcPct val="90000"/>
            </a:lnSpc>
            <a:spcBef>
              <a:spcPct val="0"/>
            </a:spcBef>
            <a:spcAft>
              <a:spcPct val="15000"/>
            </a:spcAft>
            <a:buChar char="••"/>
          </a:pPr>
          <a:r>
            <a:rPr lang="id-ID" sz="1500" b="1" kern="1200" dirty="0" smtClean="0"/>
            <a:t>Melakukan proses analisis statistika infeerensia</a:t>
          </a:r>
          <a:endParaRPr lang="id-ID" sz="1500" b="1" kern="1200" dirty="0"/>
        </a:p>
        <a:p>
          <a:pPr marL="114300" lvl="1" indent="-114300" algn="l" defTabSz="666750">
            <a:lnSpc>
              <a:spcPct val="90000"/>
            </a:lnSpc>
            <a:spcBef>
              <a:spcPct val="0"/>
            </a:spcBef>
            <a:spcAft>
              <a:spcPct val="15000"/>
            </a:spcAft>
            <a:buChar char="••"/>
          </a:pPr>
          <a:r>
            <a:rPr lang="id-ID" sz="1500" b="1" kern="1200" dirty="0" smtClean="0"/>
            <a:t>Membuat kesimpulan analisis</a:t>
          </a:r>
          <a:endParaRPr lang="id-ID" sz="1500" b="1" kern="1200" dirty="0"/>
        </a:p>
      </dsp:txBody>
      <dsp:txXfrm>
        <a:off x="6453232" y="1669346"/>
        <a:ext cx="4329420" cy="1090277"/>
      </dsp:txXfrm>
    </dsp:sp>
    <dsp:sp modelId="{970B9BD3-B574-47CC-A772-94136677AAAE}">
      <dsp:nvSpPr>
        <dsp:cNvPr id="0" name=""/>
        <dsp:cNvSpPr/>
      </dsp:nvSpPr>
      <dsp:spPr>
        <a:xfrm>
          <a:off x="6696420" y="3056004"/>
          <a:ext cx="1927154" cy="1348945"/>
        </a:xfrm>
        <a:prstGeom prst="roundRect">
          <a:avLst>
            <a:gd name="adj" fmla="val 16670"/>
          </a:avLst>
        </a:prstGeom>
        <a:solidFill>
          <a:schemeClr val="accent1">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9060" tIns="99060" rIns="99060" bIns="99060" numCol="1" spcCol="1270" anchor="ctr" anchorCtr="0">
          <a:noAutofit/>
        </a:bodyPr>
        <a:lstStyle/>
        <a:p>
          <a:pPr lvl="0" algn="ctr" defTabSz="1155700">
            <a:lnSpc>
              <a:spcPct val="90000"/>
            </a:lnSpc>
            <a:spcBef>
              <a:spcPct val="0"/>
            </a:spcBef>
            <a:spcAft>
              <a:spcPct val="35000"/>
            </a:spcAft>
          </a:pPr>
          <a:r>
            <a:rPr lang="id-ID" sz="2600" kern="1200" dirty="0" smtClean="0"/>
            <a:t>Penyajian Data Analisis</a:t>
          </a:r>
          <a:endParaRPr lang="id-ID" sz="2600" kern="1200" dirty="0"/>
        </a:p>
      </dsp:txBody>
      <dsp:txXfrm>
        <a:off x="6762282" y="3121866"/>
        <a:ext cx="1795430" cy="1217221"/>
      </dsp:txXfrm>
    </dsp:sp>
    <dsp:sp modelId="{CA178463-1067-4756-9D18-9C15671D705E}">
      <dsp:nvSpPr>
        <dsp:cNvPr id="0" name=""/>
        <dsp:cNvSpPr/>
      </dsp:nvSpPr>
      <dsp:spPr>
        <a:xfrm>
          <a:off x="8649708" y="3236172"/>
          <a:ext cx="4541906" cy="109027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57150" tIns="57150" rIns="57150" bIns="57150" numCol="1" spcCol="1270" anchor="ctr" anchorCtr="0">
          <a:noAutofit/>
        </a:bodyPr>
        <a:lstStyle/>
        <a:p>
          <a:pPr marL="114300" lvl="1" indent="-114300" algn="l" defTabSz="666750">
            <a:lnSpc>
              <a:spcPct val="90000"/>
            </a:lnSpc>
            <a:spcBef>
              <a:spcPct val="0"/>
            </a:spcBef>
            <a:spcAft>
              <a:spcPct val="15000"/>
            </a:spcAft>
            <a:buChar char="••"/>
          </a:pPr>
          <a:r>
            <a:rPr lang="id-ID" sz="1500" b="1" kern="1200" dirty="0" smtClean="0"/>
            <a:t>Menyusun hasil analisis secara sistematis</a:t>
          </a:r>
          <a:endParaRPr lang="id-ID" sz="1500" b="1" kern="1200" dirty="0"/>
        </a:p>
        <a:p>
          <a:pPr marL="114300" lvl="1" indent="-114300" algn="l" defTabSz="666750">
            <a:lnSpc>
              <a:spcPct val="90000"/>
            </a:lnSpc>
            <a:spcBef>
              <a:spcPct val="0"/>
            </a:spcBef>
            <a:spcAft>
              <a:spcPct val="15000"/>
            </a:spcAft>
            <a:buChar char="••"/>
          </a:pPr>
          <a:r>
            <a:rPr lang="id-ID" sz="1500" b="1" kern="1200" dirty="0" smtClean="0"/>
            <a:t>Menyajikan hasil analisis dalam bentuk grafik </a:t>
          </a:r>
          <a:endParaRPr lang="id-ID" sz="1500" b="1" kern="1200" dirty="0"/>
        </a:p>
        <a:p>
          <a:pPr marL="114300" lvl="1" indent="-114300" algn="l" defTabSz="666750">
            <a:lnSpc>
              <a:spcPct val="90000"/>
            </a:lnSpc>
            <a:spcBef>
              <a:spcPct val="0"/>
            </a:spcBef>
            <a:spcAft>
              <a:spcPct val="15000"/>
            </a:spcAft>
            <a:buChar char="••"/>
          </a:pPr>
          <a:r>
            <a:rPr lang="id-ID" sz="1500" b="1" kern="1200" dirty="0" smtClean="0"/>
            <a:t>Membuat dokumentasi hasil analisis</a:t>
          </a:r>
          <a:endParaRPr lang="id-ID" sz="1500" b="1" kern="1200" dirty="0"/>
        </a:p>
      </dsp:txBody>
      <dsp:txXfrm>
        <a:off x="8649708" y="3236172"/>
        <a:ext cx="4541906" cy="1090277"/>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11732241-C02E-4838-BF90-07282B87EB72}">
      <dsp:nvSpPr>
        <dsp:cNvPr id="0" name=""/>
        <dsp:cNvSpPr/>
      </dsp:nvSpPr>
      <dsp:spPr>
        <a:xfrm rot="10800000">
          <a:off x="1224419" y="1475"/>
          <a:ext cx="3794051" cy="1075100"/>
        </a:xfrm>
        <a:prstGeom prst="homePlate">
          <a:avLst/>
        </a:prstGeom>
        <a:solidFill>
          <a:schemeClr val="accent1">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74089" tIns="76200" rIns="142240" bIns="76200" numCol="1" spcCol="1270" anchor="ctr" anchorCtr="0">
          <a:noAutofit/>
        </a:bodyPr>
        <a:lstStyle/>
        <a:p>
          <a:pPr lvl="0" algn="ctr" defTabSz="889000">
            <a:lnSpc>
              <a:spcPct val="90000"/>
            </a:lnSpc>
            <a:spcBef>
              <a:spcPct val="0"/>
            </a:spcBef>
            <a:spcAft>
              <a:spcPct val="35000"/>
            </a:spcAft>
          </a:pPr>
          <a:r>
            <a:rPr lang="id-ID" sz="2000" kern="1200" dirty="0" smtClean="0"/>
            <a:t>Microsoft Excel / Google Spreadsheet</a:t>
          </a:r>
        </a:p>
        <a:p>
          <a:pPr lvl="0" algn="ctr" defTabSz="889000">
            <a:lnSpc>
              <a:spcPct val="90000"/>
            </a:lnSpc>
            <a:spcBef>
              <a:spcPct val="0"/>
            </a:spcBef>
            <a:spcAft>
              <a:spcPct val="35000"/>
            </a:spcAft>
          </a:pPr>
          <a:r>
            <a:rPr lang="id-ID" sz="2000" kern="1200" dirty="0" smtClean="0"/>
            <a:t>(Eksplorasi Data)</a:t>
          </a:r>
          <a:endParaRPr lang="id-ID" sz="2000" kern="1200" dirty="0"/>
        </a:p>
      </dsp:txBody>
      <dsp:txXfrm rot="10800000">
        <a:off x="1493194" y="1475"/>
        <a:ext cx="3525276" cy="1075100"/>
      </dsp:txXfrm>
    </dsp:sp>
    <dsp:sp modelId="{F5B83332-821B-4DC1-B85C-9A452C25CB56}">
      <dsp:nvSpPr>
        <dsp:cNvPr id="0" name=""/>
        <dsp:cNvSpPr/>
      </dsp:nvSpPr>
      <dsp:spPr>
        <a:xfrm>
          <a:off x="686869" y="1475"/>
          <a:ext cx="1075100" cy="1075100"/>
        </a:xfrm>
        <a:prstGeom prst="ellipse">
          <a:avLst/>
        </a:prstGeom>
        <a:blipFill>
          <a:blip xmlns:r="http://schemas.openxmlformats.org/officeDocument/2006/relationships" r:embed="rId1">
            <a:extLst>
              <a:ext uri="{28A0092B-C50C-407E-A947-70E740481C1C}">
                <a14:useLocalDpi xmlns:a14="http://schemas.microsoft.com/office/drawing/2010/main" val="0"/>
              </a:ext>
            </a:extLst>
          </a:blip>
          <a:srcRect/>
          <a:stretch>
            <a:fillRect t="-17000" b="-17000"/>
          </a:stretch>
        </a:blip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875CF9E5-77B7-40CB-9833-A7F0ECC53278}">
      <dsp:nvSpPr>
        <dsp:cNvPr id="0" name=""/>
        <dsp:cNvSpPr/>
      </dsp:nvSpPr>
      <dsp:spPr>
        <a:xfrm rot="10800000">
          <a:off x="1224419" y="1397500"/>
          <a:ext cx="3794051" cy="1075100"/>
        </a:xfrm>
        <a:prstGeom prst="homePlate">
          <a:avLst/>
        </a:prstGeom>
        <a:solidFill>
          <a:schemeClr val="accent1">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74089" tIns="76200" rIns="142240" bIns="76200" numCol="1" spcCol="1270" anchor="ctr" anchorCtr="0">
          <a:noAutofit/>
        </a:bodyPr>
        <a:lstStyle/>
        <a:p>
          <a:pPr lvl="0" algn="ctr" defTabSz="889000">
            <a:lnSpc>
              <a:spcPct val="90000"/>
            </a:lnSpc>
            <a:spcBef>
              <a:spcPct val="0"/>
            </a:spcBef>
            <a:spcAft>
              <a:spcPct val="35000"/>
            </a:spcAft>
          </a:pPr>
          <a:r>
            <a:rPr lang="id-ID" sz="2000" kern="1200" dirty="0" smtClean="0"/>
            <a:t>XL STAT</a:t>
          </a:r>
        </a:p>
        <a:p>
          <a:pPr lvl="0" algn="ctr" defTabSz="889000">
            <a:lnSpc>
              <a:spcPct val="90000"/>
            </a:lnSpc>
            <a:spcBef>
              <a:spcPct val="0"/>
            </a:spcBef>
            <a:spcAft>
              <a:spcPct val="35000"/>
            </a:spcAft>
          </a:pPr>
          <a:r>
            <a:rPr lang="id-ID" sz="2000" kern="1200" dirty="0" smtClean="0"/>
            <a:t>(Data Modelling)</a:t>
          </a:r>
          <a:endParaRPr lang="id-ID" sz="2000" kern="1200" dirty="0"/>
        </a:p>
      </dsp:txBody>
      <dsp:txXfrm rot="10800000">
        <a:off x="1493194" y="1397500"/>
        <a:ext cx="3525276" cy="1075100"/>
      </dsp:txXfrm>
    </dsp:sp>
    <dsp:sp modelId="{41A9D204-88AB-4A00-8535-0F39E500A773}">
      <dsp:nvSpPr>
        <dsp:cNvPr id="0" name=""/>
        <dsp:cNvSpPr/>
      </dsp:nvSpPr>
      <dsp:spPr>
        <a:xfrm>
          <a:off x="686869" y="1397500"/>
          <a:ext cx="1075100" cy="1075100"/>
        </a:xfrm>
        <a:prstGeom prst="ellipse">
          <a:avLst/>
        </a:prstGeom>
        <a:blipFill>
          <a:blip xmlns:r="http://schemas.openxmlformats.org/officeDocument/2006/relationships" r:embed="rId2">
            <a:extLst>
              <a:ext uri="{28A0092B-C50C-407E-A947-70E740481C1C}">
                <a14:useLocalDpi xmlns:a14="http://schemas.microsoft.com/office/drawing/2010/main" val="0"/>
              </a:ext>
            </a:extLst>
          </a:blip>
          <a:srcRect/>
          <a:stretch>
            <a:fillRect t="-17000" b="-17000"/>
          </a:stretch>
        </a:blip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86C51A55-62CA-4B85-919F-044479796950}">
      <dsp:nvSpPr>
        <dsp:cNvPr id="0" name=""/>
        <dsp:cNvSpPr/>
      </dsp:nvSpPr>
      <dsp:spPr>
        <a:xfrm rot="10800000">
          <a:off x="1224419" y="2793526"/>
          <a:ext cx="3794051" cy="1075100"/>
        </a:xfrm>
        <a:prstGeom prst="homePlate">
          <a:avLst/>
        </a:prstGeom>
        <a:solidFill>
          <a:schemeClr val="accent1">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74089" tIns="76200" rIns="142240" bIns="76200" numCol="1" spcCol="1270" anchor="ctr" anchorCtr="0">
          <a:noAutofit/>
        </a:bodyPr>
        <a:lstStyle/>
        <a:p>
          <a:pPr lvl="0" algn="ctr" defTabSz="889000">
            <a:lnSpc>
              <a:spcPct val="90000"/>
            </a:lnSpc>
            <a:spcBef>
              <a:spcPct val="0"/>
            </a:spcBef>
            <a:spcAft>
              <a:spcPct val="35000"/>
            </a:spcAft>
          </a:pPr>
          <a:r>
            <a:rPr lang="id-ID" sz="2000" kern="1200" dirty="0" smtClean="0"/>
            <a:t>Microsoft Powerpoint</a:t>
          </a:r>
        </a:p>
        <a:p>
          <a:pPr lvl="0" algn="ctr" defTabSz="889000">
            <a:lnSpc>
              <a:spcPct val="90000"/>
            </a:lnSpc>
            <a:spcBef>
              <a:spcPct val="0"/>
            </a:spcBef>
            <a:spcAft>
              <a:spcPct val="35000"/>
            </a:spcAft>
          </a:pPr>
          <a:r>
            <a:rPr lang="id-ID" sz="2000" kern="1200" dirty="0" smtClean="0"/>
            <a:t>(Penyajian Hasil Data)</a:t>
          </a:r>
          <a:endParaRPr lang="id-ID" sz="2000" kern="1200" dirty="0"/>
        </a:p>
      </dsp:txBody>
      <dsp:txXfrm rot="10800000">
        <a:off x="1493194" y="2793526"/>
        <a:ext cx="3525276" cy="1075100"/>
      </dsp:txXfrm>
    </dsp:sp>
    <dsp:sp modelId="{F23D2B29-6CBA-4384-9E15-30F83778EB7F}">
      <dsp:nvSpPr>
        <dsp:cNvPr id="0" name=""/>
        <dsp:cNvSpPr/>
      </dsp:nvSpPr>
      <dsp:spPr>
        <a:xfrm>
          <a:off x="686869" y="2793526"/>
          <a:ext cx="1075100" cy="1075100"/>
        </a:xfrm>
        <a:prstGeom prst="ellipse">
          <a:avLst/>
        </a:prstGeom>
        <a:blipFill>
          <a:blip xmlns:r="http://schemas.openxmlformats.org/officeDocument/2006/relationships" r:embed="rId3" cstate="print">
            <a:extLst>
              <a:ext uri="{28A0092B-C50C-407E-A947-70E740481C1C}">
                <a14:useLocalDpi xmlns:a14="http://schemas.microsoft.com/office/drawing/2010/main" val="0"/>
              </a:ext>
            </a:extLst>
          </a:blip>
          <a:srcRect/>
          <a:stretch>
            <a:fillRect t="-14000" b="-14000"/>
          </a:stretch>
        </a:blip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DA2EBC78-CF67-49DF-8A35-026D02C9CCF2}">
      <dsp:nvSpPr>
        <dsp:cNvPr id="0" name=""/>
        <dsp:cNvSpPr/>
      </dsp:nvSpPr>
      <dsp:spPr>
        <a:xfrm>
          <a:off x="1913905" y="2446369"/>
          <a:ext cx="1415766" cy="1415766"/>
        </a:xfrm>
        <a:prstGeom prst="ellipse">
          <a:avLst/>
        </a:prstGeom>
        <a:solidFill>
          <a:schemeClr val="accent1">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890" tIns="8890" rIns="8890" bIns="8890" numCol="1" spcCol="1270" anchor="ctr" anchorCtr="0">
          <a:noAutofit/>
        </a:bodyPr>
        <a:lstStyle/>
        <a:p>
          <a:pPr lvl="0" algn="ctr" defTabSz="622300">
            <a:lnSpc>
              <a:spcPct val="90000"/>
            </a:lnSpc>
            <a:spcBef>
              <a:spcPct val="0"/>
            </a:spcBef>
            <a:spcAft>
              <a:spcPct val="35000"/>
            </a:spcAft>
          </a:pPr>
          <a:r>
            <a:rPr lang="id-ID" sz="1400" kern="1200" dirty="0" smtClean="0"/>
            <a:t>Rekomendasi Produk </a:t>
          </a:r>
          <a:r>
            <a:rPr lang="id-ID" sz="1200" kern="1200" dirty="0" smtClean="0"/>
            <a:t>(Akurasi : 93%)</a:t>
          </a:r>
          <a:endParaRPr lang="id-ID" sz="1200" kern="1200" dirty="0"/>
        </a:p>
      </dsp:txBody>
      <dsp:txXfrm>
        <a:off x="2121239" y="2653703"/>
        <a:ext cx="1001098" cy="1001098"/>
      </dsp:txXfrm>
    </dsp:sp>
    <dsp:sp modelId="{0135CFBC-10E4-4BA6-8FFF-4922E596A9F5}">
      <dsp:nvSpPr>
        <dsp:cNvPr id="0" name=""/>
        <dsp:cNvSpPr/>
      </dsp:nvSpPr>
      <dsp:spPr>
        <a:xfrm rot="11700000">
          <a:off x="652290" y="2590541"/>
          <a:ext cx="1237259" cy="403493"/>
        </a:xfrm>
        <a:prstGeom prst="lef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sp>
    <dsp:sp modelId="{E4BE92FD-9CF9-4050-B17A-D4E314FFE6D1}">
      <dsp:nvSpPr>
        <dsp:cNvPr id="0" name=""/>
        <dsp:cNvSpPr/>
      </dsp:nvSpPr>
      <dsp:spPr>
        <a:xfrm>
          <a:off x="880" y="2094184"/>
          <a:ext cx="1344977" cy="1075982"/>
        </a:xfrm>
        <a:prstGeom prst="roundRect">
          <a:avLst>
            <a:gd name="adj" fmla="val 10000"/>
          </a:avLst>
        </a:prstGeom>
        <a:solidFill>
          <a:schemeClr val="accent1">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3815" tIns="43815" rIns="43815" bIns="43815" numCol="1" spcCol="1270" anchor="ctr" anchorCtr="0">
          <a:noAutofit/>
        </a:bodyPr>
        <a:lstStyle/>
        <a:p>
          <a:pPr lvl="0" algn="ctr" defTabSz="1022350">
            <a:lnSpc>
              <a:spcPct val="90000"/>
            </a:lnSpc>
            <a:spcBef>
              <a:spcPct val="0"/>
            </a:spcBef>
            <a:spcAft>
              <a:spcPct val="35000"/>
            </a:spcAft>
          </a:pPr>
          <a:r>
            <a:rPr lang="id-ID" sz="2300" kern="1200" dirty="0" smtClean="0"/>
            <a:t>Rating Produk</a:t>
          </a:r>
          <a:endParaRPr lang="id-ID" sz="2300" kern="1200" dirty="0"/>
        </a:p>
      </dsp:txBody>
      <dsp:txXfrm>
        <a:off x="32394" y="2125698"/>
        <a:ext cx="1281949" cy="1012954"/>
      </dsp:txXfrm>
    </dsp:sp>
    <dsp:sp modelId="{DB80E990-1CA5-4EC7-AEBF-D6A2BE379C2F}">
      <dsp:nvSpPr>
        <dsp:cNvPr id="0" name=""/>
        <dsp:cNvSpPr/>
      </dsp:nvSpPr>
      <dsp:spPr>
        <a:xfrm rot="14700000">
          <a:off x="1412118" y="1685014"/>
          <a:ext cx="1237259" cy="403493"/>
        </a:xfrm>
        <a:prstGeom prst="lef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sp>
    <dsp:sp modelId="{BBEDCCEA-C009-4EC2-B86A-6A8A972914A4}">
      <dsp:nvSpPr>
        <dsp:cNvPr id="0" name=""/>
        <dsp:cNvSpPr/>
      </dsp:nvSpPr>
      <dsp:spPr>
        <a:xfrm>
          <a:off x="1096814" y="788101"/>
          <a:ext cx="1344977" cy="1075982"/>
        </a:xfrm>
        <a:prstGeom prst="roundRect">
          <a:avLst>
            <a:gd name="adj" fmla="val 10000"/>
          </a:avLst>
        </a:prstGeom>
        <a:solidFill>
          <a:schemeClr val="accent1">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3815" tIns="43815" rIns="43815" bIns="43815" numCol="1" spcCol="1270" anchor="ctr" anchorCtr="0">
          <a:noAutofit/>
        </a:bodyPr>
        <a:lstStyle/>
        <a:p>
          <a:pPr lvl="0" algn="ctr" defTabSz="1022350">
            <a:lnSpc>
              <a:spcPct val="90000"/>
            </a:lnSpc>
            <a:spcBef>
              <a:spcPct val="0"/>
            </a:spcBef>
            <a:spcAft>
              <a:spcPct val="35000"/>
            </a:spcAft>
          </a:pPr>
          <a:r>
            <a:rPr lang="id-ID" sz="2300" kern="1200" dirty="0" smtClean="0"/>
            <a:t>Positive Feeback Produk</a:t>
          </a:r>
          <a:endParaRPr lang="id-ID" sz="2300" kern="1200" dirty="0"/>
        </a:p>
      </dsp:txBody>
      <dsp:txXfrm>
        <a:off x="1128328" y="819615"/>
        <a:ext cx="1281949" cy="1012954"/>
      </dsp:txXfrm>
    </dsp:sp>
    <dsp:sp modelId="{68176E31-B76B-4938-A582-FC1544757B4E}">
      <dsp:nvSpPr>
        <dsp:cNvPr id="0" name=""/>
        <dsp:cNvSpPr/>
      </dsp:nvSpPr>
      <dsp:spPr>
        <a:xfrm rot="17700000">
          <a:off x="2594200" y="1685014"/>
          <a:ext cx="1237259" cy="403493"/>
        </a:xfrm>
        <a:prstGeom prst="lef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sp>
    <dsp:sp modelId="{D3087685-3A57-460A-9900-E3C78DF2620E}">
      <dsp:nvSpPr>
        <dsp:cNvPr id="0" name=""/>
        <dsp:cNvSpPr/>
      </dsp:nvSpPr>
      <dsp:spPr>
        <a:xfrm>
          <a:off x="2801785" y="788101"/>
          <a:ext cx="1344977" cy="1075982"/>
        </a:xfrm>
        <a:prstGeom prst="roundRect">
          <a:avLst>
            <a:gd name="adj" fmla="val 10000"/>
          </a:avLst>
        </a:prstGeom>
        <a:solidFill>
          <a:schemeClr val="accent1">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3815" tIns="43815" rIns="43815" bIns="43815" numCol="1" spcCol="1270" anchor="ctr" anchorCtr="0">
          <a:noAutofit/>
        </a:bodyPr>
        <a:lstStyle/>
        <a:p>
          <a:pPr lvl="0" algn="ctr" defTabSz="1022350">
            <a:lnSpc>
              <a:spcPct val="90000"/>
            </a:lnSpc>
            <a:spcBef>
              <a:spcPct val="0"/>
            </a:spcBef>
            <a:spcAft>
              <a:spcPct val="35000"/>
            </a:spcAft>
          </a:pPr>
          <a:r>
            <a:rPr lang="id-ID" sz="2300" kern="1200" dirty="0" smtClean="0"/>
            <a:t>Umur Penilai</a:t>
          </a:r>
          <a:endParaRPr lang="id-ID" sz="2300" kern="1200" dirty="0"/>
        </a:p>
      </dsp:txBody>
      <dsp:txXfrm>
        <a:off x="2833299" y="819615"/>
        <a:ext cx="1281949" cy="1012954"/>
      </dsp:txXfrm>
    </dsp:sp>
    <dsp:sp modelId="{B6F619F4-1D3C-4C04-A008-904A4B0F7624}">
      <dsp:nvSpPr>
        <dsp:cNvPr id="0" name=""/>
        <dsp:cNvSpPr/>
      </dsp:nvSpPr>
      <dsp:spPr>
        <a:xfrm rot="20700000">
          <a:off x="3354028" y="2590541"/>
          <a:ext cx="1237259" cy="403493"/>
        </a:xfrm>
        <a:prstGeom prst="lef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sp>
    <dsp:sp modelId="{977D8D6A-9F7B-4183-9F2A-5E90DDF7A039}">
      <dsp:nvSpPr>
        <dsp:cNvPr id="0" name=""/>
        <dsp:cNvSpPr/>
      </dsp:nvSpPr>
      <dsp:spPr>
        <a:xfrm>
          <a:off x="3897719" y="2094184"/>
          <a:ext cx="1344977" cy="1075982"/>
        </a:xfrm>
        <a:prstGeom prst="roundRect">
          <a:avLst>
            <a:gd name="adj" fmla="val 10000"/>
          </a:avLst>
        </a:prstGeom>
        <a:solidFill>
          <a:schemeClr val="accent1">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3815" tIns="43815" rIns="43815" bIns="43815" numCol="1" spcCol="1270" anchor="ctr" anchorCtr="0">
          <a:noAutofit/>
        </a:bodyPr>
        <a:lstStyle/>
        <a:p>
          <a:pPr lvl="0" algn="ctr" defTabSz="1022350">
            <a:lnSpc>
              <a:spcPct val="90000"/>
            </a:lnSpc>
            <a:spcBef>
              <a:spcPct val="0"/>
            </a:spcBef>
            <a:spcAft>
              <a:spcPct val="35000"/>
            </a:spcAft>
          </a:pPr>
          <a:r>
            <a:rPr lang="id-ID" sz="2300" kern="1200" dirty="0" smtClean="0"/>
            <a:t>Produk </a:t>
          </a:r>
          <a:endParaRPr lang="id-ID" sz="2300" kern="1200" dirty="0"/>
        </a:p>
      </dsp:txBody>
      <dsp:txXfrm>
        <a:off x="3929233" y="2125698"/>
        <a:ext cx="1281949" cy="1012954"/>
      </dsp:txXfrm>
    </dsp:sp>
  </dsp:spTree>
</dsp:drawing>
</file>

<file path=ppt/diagrams/layout1.xml><?xml version="1.0" encoding="utf-8"?>
<dgm:layoutDef xmlns:dgm="http://schemas.openxmlformats.org/drawingml/2006/diagram" xmlns:a="http://schemas.openxmlformats.org/drawingml/2006/main" uniqueId="urn:microsoft.com/office/officeart/2005/8/layout/StepDownProcess">
  <dgm:title val=""/>
  <dgm:desc val=""/>
  <dgm:catLst>
    <dgm:cat type="process" pri="1600"/>
  </dgm:catLst>
  <dgm:sampData>
    <dgm:dataModel>
      <dgm:ptLst>
        <dgm:pt modelId="0" type="doc"/>
        <dgm:pt modelId="10">
          <dgm:prSet phldr="1"/>
        </dgm:pt>
        <dgm:pt modelId="11">
          <dgm:prSet phldr="1"/>
        </dgm:pt>
        <dgm:pt modelId="20">
          <dgm:prSet phldr="1"/>
        </dgm:pt>
        <dgm:pt modelId="21">
          <dgm:prSet phldr="1"/>
        </dgm:pt>
        <dgm:pt modelId="30">
          <dgm:prSet phldr="1"/>
        </dgm:pt>
        <dgm:pt modelId="31">
          <dgm:prSet phldr="1"/>
        </dgm:pt>
      </dgm:ptLst>
      <dgm:cxnLst>
        <dgm:cxn modelId="60" srcId="0" destId="10" srcOrd="0" destOrd="0"/>
        <dgm:cxn modelId="12" srcId="10" destId="11" srcOrd="0" destOrd="0"/>
        <dgm:cxn modelId="70" srcId="0" destId="20" srcOrd="1" destOrd="0"/>
        <dgm:cxn modelId="22" srcId="20" destId="21" srcOrd="0" destOrd="0"/>
        <dgm:cxn modelId="80" srcId="0" destId="30" srcOrd="2" destOrd="0"/>
        <dgm:cxn modelId="32" srcId="30" destId="31" srcOrd="0" destOrd="0"/>
      </dgm:cxnLst>
      <dgm:bg/>
      <dgm:whole/>
    </dgm:dataModel>
  </dgm:sampData>
  <dgm:styleData>
    <dgm:dataModel>
      <dgm:ptLst>
        <dgm:pt modelId="0" type="doc"/>
        <dgm:pt modelId="10">
          <dgm:prSet phldr="1"/>
        </dgm:pt>
        <dgm:pt modelId="20">
          <dgm:prSet phldr="1"/>
        </dgm:pt>
      </dgm:ptLst>
      <dgm:cxnLst>
        <dgm:cxn modelId="60" srcId="0" destId="10" srcOrd="0" destOrd="0"/>
        <dgm:cxn modelId="70" srcId="0" destId="20" srcOrd="1" destOrd="0"/>
      </dgm:cxnLst>
      <dgm:bg/>
      <dgm:whole/>
    </dgm:dataModel>
  </dgm:styleData>
  <dgm:clrData>
    <dgm:dataModel>
      <dgm:ptLst>
        <dgm:pt modelId="0" type="doc"/>
        <dgm:pt modelId="10">
          <dgm:prSet phldr="1"/>
        </dgm:pt>
        <dgm:pt modelId="20">
          <dgm:prSet phldr="1"/>
        </dgm:pt>
        <dgm:pt modelId="30">
          <dgm:prSet phldr="1"/>
        </dgm:pt>
        <dgm:pt modelId="40">
          <dgm:prSet phldr="1"/>
        </dgm:pt>
      </dgm:ptLst>
      <dgm:cxnLst>
        <dgm:cxn modelId="60" srcId="0" destId="10" srcOrd="0" destOrd="0"/>
        <dgm:cxn modelId="70" srcId="0" destId="20" srcOrd="1" destOrd="0"/>
        <dgm:cxn modelId="80" srcId="0" destId="30" srcOrd="2" destOrd="0"/>
        <dgm:cxn modelId="90" srcId="0" destId="40" srcOrd="3" destOrd="0"/>
      </dgm:cxnLst>
      <dgm:bg/>
      <dgm:whole/>
    </dgm:dataModel>
  </dgm:clrData>
  <dgm:layoutNode name="rootnode">
    <dgm:varLst>
      <dgm:chMax/>
      <dgm:chPref/>
      <dgm:dir/>
      <dgm:animLvl val="lvl"/>
    </dgm:varLst>
    <dgm:choose name="Name0">
      <dgm:if name="Name1" func="var" arg="dir" op="equ" val="norm">
        <dgm:alg type="snake">
          <dgm:param type="grDir" val="tL"/>
          <dgm:param type="flowDir" val="row"/>
          <dgm:param type="off" val="off"/>
          <dgm:param type="bkpt" val="fixed"/>
          <dgm:param type="bkPtFixedVal" val="1"/>
        </dgm:alg>
      </dgm:if>
      <dgm:else name="Name2">
        <dgm:alg type="snake">
          <dgm:param type="grDir" val="tR"/>
          <dgm:param type="flowDir" val="row"/>
          <dgm:param type="off" val="off"/>
          <dgm:param type="bkpt" val="fixed"/>
          <dgm:param type="bkPtFixedVal" val="1"/>
        </dgm:alg>
      </dgm:else>
    </dgm:choose>
    <dgm:shape xmlns:r="http://schemas.openxmlformats.org/officeDocument/2006/relationships" r:blip="">
      <dgm:adjLst/>
    </dgm:shape>
    <dgm:choose name="Name3">
      <dgm:if name="Name4" func="var" arg="dir" op="equ" val="norm">
        <dgm:constrLst>
          <dgm:constr type="alignOff" forName="rootnode" val="0.48"/>
          <dgm:constr type="primFontSz" for="des" forName="ParentText" val="65"/>
          <dgm:constr type="primFontSz" for="des" forName="ChildText" refType="primFontSz" refFor="des" refForName="ParentText" op="lte"/>
          <dgm:constr type="w" for="ch" forName="composite" refType="w"/>
          <dgm:constr type="h" for="ch" forName="composite" refType="h"/>
          <dgm:constr type="sp" refType="h" refFor="ch" refForName="composite" op="equ" fact="-0.38"/>
        </dgm:constrLst>
      </dgm:if>
      <dgm:else name="Name5">
        <dgm:constrLst>
          <dgm:constr type="alignOff" forName="rootnode" val="0.48"/>
          <dgm:constr type="primFontSz" for="des" forName="ParentText" val="65"/>
          <dgm:constr type="primFontSz" for="des" forName="ChildText" refType="primFontSz" refFor="des" refForName="ParentText" op="lte"/>
          <dgm:constr type="w" for="ch" forName="composite" refType="w"/>
          <dgm:constr type="h" for="ch" forName="composite" refType="h"/>
          <dgm:constr type="sp" refType="h" refFor="ch" refForName="composite" op="equ" fact="-0.38"/>
        </dgm:constrLst>
      </dgm:else>
    </dgm:choose>
    <dgm:forEach name="nodesForEach" axis="ch" ptType="node">
      <dgm:layoutNode name="composite">
        <dgm:alg type="composite">
          <dgm:param type="ar" val="1.2439"/>
        </dgm:alg>
        <dgm:shape xmlns:r="http://schemas.openxmlformats.org/officeDocument/2006/relationships" r:blip="">
          <dgm:adjLst/>
        </dgm:shape>
        <dgm:choose name="Name6">
          <dgm:if name="Name7" func="var" arg="dir" op="equ" val="norm">
            <dgm:constrLst>
              <dgm:constr type="l" for="ch" forName="bentUpArrow1" refType="w" fact="0.07"/>
              <dgm:constr type="t" for="ch" forName="bentUpArrow1" refType="h" fact="0.524"/>
              <dgm:constr type="w" for="ch" forName="bentUpArrow1" refType="w" fact="0.3844"/>
              <dgm:constr type="h" for="ch" forName="bentUpArrow1" refType="h" fact="0.42"/>
              <dgm:constr type="l" for="ch" forName="ParentText" refType="w" fact="0"/>
              <dgm:constr type="t" for="ch" forName="ParentText" refType="h" fact="0"/>
              <dgm:constr type="w" for="ch" forName="ParentText" refType="w" fact="0.5684"/>
              <dgm:constr type="h" for="ch" forName="ParentText" refType="h" fact="0.4949"/>
              <dgm:constr type="l" for="ch" forName="ChildText" refType="w" refFor="ch" refForName="ParentText"/>
              <dgm:constr type="t" for="ch" forName="ChildText" refType="h" fact="0.05"/>
              <dgm:constr type="w" for="ch" forName="ChildText" refType="w" fact="0.4134"/>
              <dgm:constr type="h" for="ch" forName="ChildText" refType="h" fact="0.4"/>
              <dgm:constr type="l" for="ch" forName="FinalChildText" refType="w" refFor="ch" refForName="ParentText"/>
              <dgm:constr type="t" for="ch" forName="FinalChildText" refType="h" fact="0.05"/>
              <dgm:constr type="w" for="ch" forName="FinalChildText" refType="w" fact="0.4134"/>
              <dgm:constr type="h" for="ch" forName="FinalChildText" refType="h" fact="0.4"/>
            </dgm:constrLst>
          </dgm:if>
          <dgm:else name="Name8">
            <dgm:constrLst>
              <dgm:constr type="r" for="ch" forName="bentUpArrow1" refType="w" fact="0.97"/>
              <dgm:constr type="t" for="ch" forName="bentUpArrow1" refType="h" fact="0.524"/>
              <dgm:constr type="w" for="ch" forName="bentUpArrow1" refType="w" fact="0.3844"/>
              <dgm:constr type="h" for="ch" forName="bentUpArrow1" refType="h" fact="0.42"/>
              <dgm:constr type="l" for="ch" forName="ParentText" refType="w" fact="0.4316"/>
              <dgm:constr type="t" for="ch" forName="ParentText" refType="h" fact="0"/>
              <dgm:constr type="w" for="ch" forName="ParentText" refType="w" fact="0.5684"/>
              <dgm:constr type="h" for="ch" forName="ParentText" refType="h" fact="0.4949"/>
              <dgm:constr type="l" for="ch" forName="ChildText" refType="w" fact="0"/>
              <dgm:constr type="t" for="ch" forName="ChildText" refType="h" fact="0.05"/>
              <dgm:constr type="w" for="ch" forName="ChildText" refType="w" fact="0.4134"/>
              <dgm:constr type="h" for="ch" forName="ChildText" refType="h" fact="0.4"/>
              <dgm:constr type="l" for="ch" forName="FinalChildText" refType="w" fact="0"/>
              <dgm:constr type="t" for="ch" forName="FinalChildText" refType="h" fact="0.05"/>
              <dgm:constr type="w" for="ch" forName="FinalChildText" refType="w" fact="0.4134"/>
              <dgm:constr type="h" for="ch" forName="FinalChildText" refType="h" fact="0.4"/>
            </dgm:constrLst>
          </dgm:else>
        </dgm:choose>
        <dgm:choose name="Name9">
          <dgm:if name="Name10" axis="followSib" ptType="node" func="cnt" op="gte" val="1">
            <dgm:layoutNode name="bentUpArrow1" styleLbl="alignImgPlace1">
              <dgm:alg type="sp"/>
              <dgm:choose name="Name11">
                <dgm:if name="Name12" func="var" arg="dir" op="equ" val="norm">
                  <dgm:shape xmlns:r="http://schemas.openxmlformats.org/officeDocument/2006/relationships" rot="90" type="bentUpArrow" r:blip="">
                    <dgm:adjLst>
                      <dgm:adj idx="1" val="0.3284"/>
                      <dgm:adj idx="2" val="0.25"/>
                      <dgm:adj idx="3" val="0.3578"/>
                    </dgm:adjLst>
                  </dgm:shape>
                </dgm:if>
                <dgm:else name="Name13">
                  <dgm:shape xmlns:r="http://schemas.openxmlformats.org/officeDocument/2006/relationships" rot="180" type="bentArrow" r:blip="">
                    <dgm:adjLst>
                      <dgm:adj idx="1" val="0.3284"/>
                      <dgm:adj idx="2" val="0.25"/>
                      <dgm:adj idx="3" val="0.3578"/>
                      <dgm:adj idx="4" val="0"/>
                    </dgm:adjLst>
                  </dgm:shape>
                </dgm:else>
              </dgm:choose>
              <dgm:presOf/>
            </dgm:layoutNode>
          </dgm:if>
          <dgm:else name="Name14"/>
        </dgm:choose>
        <dgm:layoutNode name="ParentText" styleLbl="node1">
          <dgm:varLst>
            <dgm:chMax val="1"/>
            <dgm:chPref val="1"/>
            <dgm:bulletEnabled val="1"/>
          </dgm:varLst>
          <dgm:alg type="tx"/>
          <dgm:shape xmlns:r="http://schemas.openxmlformats.org/officeDocument/2006/relationships" type="roundRect" r:blip="">
            <dgm:adjLst>
              <dgm:adj idx="1" val="0.1667"/>
            </dgm:adjLst>
          </dgm:shape>
          <dgm:presOf axis="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choose name="Name15">
          <dgm:if name="Name16" axis="followSib" ptType="node" func="cnt" op="equ" val="0">
            <dgm:choose name="Name17">
              <dgm:if name="Name18" axis="ch" ptType="node" func="cnt" op="gte" val="1">
                <dgm:layoutNode name="FinalChildText" styleLbl="revTx">
                  <dgm:varLst>
                    <dgm:chMax val="0"/>
                    <dgm:chPref val="0"/>
                    <dgm:bulletEnabled val="1"/>
                  </dgm:varLst>
                  <dgm:alg type="tx">
                    <dgm:param type="stBulletLvl" val="1"/>
                    <dgm:param type="txAnchorVertCh" val="mid"/>
                    <dgm:param type="parTxLTRAlign" val="l"/>
                  </dgm:alg>
                  <dgm:shape xmlns:r="http://schemas.openxmlformats.org/officeDocument/2006/relationships" type="rect" r:blip="">
                    <dgm:adjLst/>
                  </dgm:shape>
                  <dgm:presOf axis="des"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9"/>
            </dgm:choose>
          </dgm:if>
          <dgm:else name="Name20">
            <dgm:layoutNode name="ChildText" styleLbl="revTx">
              <dgm:varLst>
                <dgm:chMax val="0"/>
                <dgm:chPref val="0"/>
                <dgm:bulletEnabled val="1"/>
              </dgm:varLst>
              <dgm:alg type="tx">
                <dgm:param type="stBulletLvl" val="1"/>
                <dgm:param type="txAnchorVertCh" val="mid"/>
                <dgm:param type="parTxLTRAlign" val="l"/>
              </dgm:alg>
              <dgm:shape xmlns:r="http://schemas.openxmlformats.org/officeDocument/2006/relationships" type="rect" r:blip="">
                <dgm:adjLst/>
              </dgm:shape>
              <dgm:presOf axis="des"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else>
        </dgm:choose>
      </dgm:layoutNode>
      <dgm:forEach name="sibTransForEach" axis="followSib" ptType="sibTrans" cnt="1">
        <dgm:layoutNode name="sibTrans">
          <dgm:alg type="sp"/>
          <dgm:shape xmlns:r="http://schemas.openxmlformats.org/officeDocument/2006/relationships" r:blip="">
            <dgm:adjLst/>
          </dgm:shape>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05/8/layout/vList3">
  <dgm:title val=""/>
  <dgm:desc val=""/>
  <dgm:catLst>
    <dgm:cat type="list" pri="14000"/>
    <dgm:cat type="convert" pri="3000"/>
    <dgm:cat type="picture" pri="27000"/>
    <dgm:cat type="pictureconvert" pri="27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Flow">
    <dgm:varLst>
      <dgm:dir/>
      <dgm:resizeHandles val="exact"/>
    </dgm:varLst>
    <dgm:alg type="lin">
      <dgm:param type="linDir" val="fromT"/>
      <dgm:param type="vertAlign" val="mid"/>
      <dgm:param type="horzAlign" val="ctr"/>
    </dgm:alg>
    <dgm:shape xmlns:r="http://schemas.openxmlformats.org/officeDocument/2006/relationships" r:blip="">
      <dgm:adjLst/>
    </dgm:shape>
    <dgm:presOf/>
    <dgm:constrLst>
      <dgm:constr type="w" for="ch" forName="composite" refType="w"/>
      <dgm:constr type="h" for="ch" forName="composite" refType="h"/>
      <dgm:constr type="h" for="ch" forName="spacing" refType="h" refFor="ch" refForName="composite" fact="0.25"/>
      <dgm:constr type="h" for="ch" forName="spacing" refType="w" op="lte" fact="0.1"/>
      <dgm:constr type="primFontSz" for="des" ptType="node" op="equ" val="65"/>
    </dgm:constrLst>
    <dgm:ruleLst/>
    <dgm:forEach name="Name0" axis="ch" ptType="node">
      <dgm:layoutNode name="composite">
        <dgm:alg type="composite"/>
        <dgm:shape xmlns:r="http://schemas.openxmlformats.org/officeDocument/2006/relationships" r:blip="">
          <dgm:adjLst/>
        </dgm:shape>
        <dgm:presOf/>
        <dgm:choose name="Name1">
          <dgm:if name="Name2" func="var" arg="dir" op="equ" val="norm">
            <dgm:constrLst>
              <dgm:constr type="w" for="ch" forName="imgShp" refType="w" fact="0.335"/>
              <dgm:constr type="h" for="ch" forName="imgShp" refType="w" refFor="ch" refForName="imgShp" op="equ"/>
              <dgm:constr type="h" for="ch" forName="imgShp" refType="h" op="lte"/>
              <dgm:constr type="ctrY" for="ch" forName="imgShp" refType="h" fact="0.5"/>
              <dgm:constr type="l" for="ch" forName="imgShp"/>
              <dgm:constr type="w" for="ch" forName="txShp" refType="w" op="equ" fact="0.665"/>
              <dgm:constr type="h" for="ch" forName="txShp" refType="h" refFor="ch" refForName="imgShp" op="equ"/>
              <dgm:constr type="ctrY" for="ch" forName="txShp" refType="h" fact="0.5"/>
              <dgm:constr type="l" for="ch" forName="txShp" refType="w" refFor="ch" refForName="imgShp" fact="0.5"/>
              <dgm:constr type="lMarg" for="ch" forName="txShp" refType="w" refFor="ch" refForName="imgShp" fact="1.25"/>
            </dgm:constrLst>
          </dgm:if>
          <dgm:else name="Name3">
            <dgm:constrLst>
              <dgm:constr type="w" for="ch" forName="imgShp" refType="w" fact="0.335"/>
              <dgm:constr type="h" for="ch" forName="imgShp" refType="w" refFor="ch" refForName="imgShp" op="equ"/>
              <dgm:constr type="h" for="ch" forName="imgShp" refType="h" op="lte"/>
              <dgm:constr type="ctrY" for="ch" forName="imgShp" refType="h" fact="0.5"/>
              <dgm:constr type="r" for="ch" forName="imgShp" refType="w"/>
              <dgm:constr type="w" for="ch" forName="txShp" refType="w" op="equ" fact="0.665"/>
              <dgm:constr type="h" for="ch" forName="txShp" refType="h" refFor="ch" refForName="imgShp" op="equ"/>
              <dgm:constr type="ctrY" for="ch" forName="txShp" refType="h" fact="0.5"/>
              <dgm:constr type="r" for="ch" forName="txShp" refType="ctrX" refFor="ch" refForName="imgShp"/>
              <dgm:constr type="rMarg" for="ch" forName="txShp" refType="w" refFor="ch" refForName="imgShp" fact="1.25"/>
            </dgm:constrLst>
          </dgm:else>
        </dgm:choose>
        <dgm:ruleLst/>
        <dgm:layoutNode name="imgShp" styleLbl="fgImgPlace1">
          <dgm:alg type="sp"/>
          <dgm:shape xmlns:r="http://schemas.openxmlformats.org/officeDocument/2006/relationships" type="ellipse" r:blip="" blipPhldr="1">
            <dgm:adjLst/>
          </dgm:shape>
          <dgm:presOf/>
          <dgm:constrLst/>
          <dgm:ruleLst/>
        </dgm:layoutNode>
        <dgm:layoutNode name="txShp">
          <dgm:varLst>
            <dgm:bulletEnabled val="1"/>
          </dgm:varLst>
          <dgm:alg type="tx"/>
          <dgm:choose name="Name4">
            <dgm:if name="Name5" func="var" arg="dir" op="equ" val="norm">
              <dgm:shape xmlns:r="http://schemas.openxmlformats.org/officeDocument/2006/relationships" rot="180" type="homePlate" r:blip="" zOrderOff="-1">
                <dgm:adjLst/>
              </dgm:shape>
            </dgm:if>
            <dgm:else name="Name6">
              <dgm:shape xmlns:r="http://schemas.openxmlformats.org/officeDocument/2006/relationships" type="homePlate" r:blip="" zOrderOff="-1">
                <dgm:adjLst/>
              </dgm:shape>
            </dgm:else>
          </dgm:choose>
          <dgm:presOf axis="desOrSelf" ptType="node"/>
          <dgm:constrLst>
            <dgm:constr type="tMarg" refType="primFontSz" fact="0.3"/>
            <dgm:constr type="bMarg" refType="primFontSz" fact="0.3"/>
          </dgm:constrLst>
          <dgm:ruleLst>
            <dgm:rule type="primFontSz" val="5" fact="NaN" max="NaN"/>
          </dgm:ruleLst>
        </dgm:layoutNode>
      </dgm:layoutNode>
      <dgm:forEach name="Name7" axis="followSib" ptType="sibTrans" cnt="1">
        <dgm:layoutNode name="spacing">
          <dgm:alg type="sp"/>
          <dgm:shape xmlns:r="http://schemas.openxmlformats.org/officeDocument/2006/relationships" r:blip="">
            <dgm:adjLst/>
          </dgm:shape>
          <dgm:presOf axis="self"/>
          <dgm:constrLst/>
          <dgm:ruleLst/>
        </dgm:layoutNode>
      </dgm:forEach>
    </dgm:forEach>
  </dgm:layoutNode>
</dgm:layoutDef>
</file>

<file path=ppt/diagrams/layout3.xml><?xml version="1.0" encoding="utf-8"?>
<dgm:layoutDef xmlns:dgm="http://schemas.openxmlformats.org/drawingml/2006/diagram" xmlns:a="http://schemas.openxmlformats.org/drawingml/2006/main" uniqueId="urn:microsoft.com/office/officeart/2005/8/layout/radial4">
  <dgm:title val=""/>
  <dgm:desc val=""/>
  <dgm:catLst>
    <dgm:cat type="relationship" pri="19000"/>
  </dgm:catLst>
  <dgm:samp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sampData>
  <dgm:styleData>
    <dgm:dataModel>
      <dgm:ptLst>
        <dgm:pt modelId="0" type="doc"/>
        <dgm:pt modelId="1"/>
        <dgm:pt modelId="11"/>
        <dgm:pt modelId="12"/>
      </dgm:ptLst>
      <dgm:cxnLst>
        <dgm:cxn modelId="2" srcId="0" destId="1" srcOrd="0" destOrd="0"/>
        <dgm:cxn modelId="15" srcId="1" destId="11" srcOrd="0" destOrd="0"/>
        <dgm:cxn modelId="16" srcId="1" destId="12" srcOrd="1" destOrd="0"/>
      </dgm:cxnLst>
      <dgm:bg/>
      <dgm:whole/>
    </dgm:dataModel>
  </dgm:styleData>
  <dgm:clrData>
    <dgm:dataModel>
      <dgm:ptLst>
        <dgm:pt modelId="0" type="doc"/>
        <dgm:pt modelId="1"/>
        <dgm:pt modelId="11"/>
        <dgm:pt modelId="12"/>
        <dgm:pt modelId="13"/>
        <dgm:pt modelId="14"/>
        <dgm:pt modelId="15"/>
        <dgm:pt modelId="16"/>
      </dgm:ptLst>
      <dgm:cxnLst>
        <dgm:cxn modelId="2" srcId="0" destId="1" srcOrd="0" destOrd="0"/>
        <dgm:cxn modelId="16" srcId="1" destId="11" srcOrd="0" destOrd="0"/>
        <dgm:cxn modelId="17" srcId="1" destId="12" srcOrd="1" destOrd="0"/>
        <dgm:cxn modelId="18" srcId="1" destId="13" srcOrd="2" destOrd="0"/>
        <dgm:cxn modelId="19" srcId="1" destId="14" srcOrd="3" destOrd="0"/>
        <dgm:cxn modelId="20" srcId="1" destId="15" srcOrd="4" destOrd="0"/>
        <dgm:cxn modelId="21" srcId="1" destId="16" srcOrd="5" destOrd="0"/>
      </dgm:cxnLst>
      <dgm:bg/>
      <dgm:whole/>
    </dgm:dataModel>
  </dgm:clrData>
  <dgm:layoutNode name="cycle">
    <dgm:varLst>
      <dgm:chMax val="1"/>
      <dgm:dir/>
      <dgm:animLvl val="ctr"/>
      <dgm:resizeHandles val="exact"/>
    </dgm:varLst>
    <dgm:choose name="Name0">
      <dgm:if name="Name1" func="var" arg="dir" op="equ" val="norm">
        <dgm:choose name="Name2">
          <dgm:if name="Name3" axis="ch ch" ptType="node node" st="1 1" cnt="1 0" func="cnt" op="lte" val="1">
            <dgm:alg type="cycle">
              <dgm:param type="stAng" val="0"/>
              <dgm:param type="spanAng" val="360"/>
              <dgm:param type="ctrShpMap" val="fNode"/>
            </dgm:alg>
          </dgm:if>
          <dgm:else name="Name4">
            <dgm:choose name="Name5">
              <dgm:if name="Name6" axis="ch ch" ptType="node node" st="1 1" cnt="1 0" func="cnt" op="lte" val="3">
                <dgm:alg type="cycle">
                  <dgm:param type="stAng" val="-55"/>
                  <dgm:param type="spanAng" val="110"/>
                  <dgm:param type="ctrShpMap" val="fNode"/>
                </dgm:alg>
              </dgm:if>
              <dgm:else name="Name7">
                <dgm:choose name="Name8">
                  <dgm:if name="Name9" axis="ch ch" ptType="node node" st="1 1" cnt="1 0" func="cnt" op="equ" val="4">
                    <dgm:alg type="cycle">
                      <dgm:param type="stAng" val="-75"/>
                      <dgm:param type="spanAng" val="150"/>
                      <dgm:param type="ctrShpMap" val="fNode"/>
                    </dgm:alg>
                  </dgm:if>
                  <dgm:else name="Name10">
                    <dgm:alg type="cycle">
                      <dgm:param type="stAng" val="-90"/>
                      <dgm:param type="spanAng" val="180"/>
                      <dgm:param type="ctrShpMap" val="fNode"/>
                    </dgm:alg>
                  </dgm:else>
                </dgm:choose>
              </dgm:else>
            </dgm:choose>
          </dgm:else>
        </dgm:choose>
      </dgm:if>
      <dgm:else name="Name11">
        <dgm:choose name="Name12">
          <dgm:if name="Name13" axis="ch ch" ptType="node node" st="1 1" cnt="1 0" func="cnt" op="lte" val="1">
            <dgm:alg type="cycle">
              <dgm:param type="stAng" val="0"/>
              <dgm:param type="spanAng" val="-360"/>
              <dgm:param type="ctrShpMap" val="fNode"/>
            </dgm:alg>
          </dgm:if>
          <dgm:else name="Name14">
            <dgm:choose name="Name15">
              <dgm:if name="Name16" axis="ch ch" ptType="node node" st="1 1" cnt="1 0" func="cnt" op="lte" val="3">
                <dgm:alg type="cycle">
                  <dgm:param type="stAng" val="55"/>
                  <dgm:param type="spanAng" val="-110"/>
                  <dgm:param type="ctrShpMap" val="fNode"/>
                </dgm:alg>
              </dgm:if>
              <dgm:else name="Name17">
                <dgm:choose name="Name18">
                  <dgm:if name="Name19" axis="ch ch" ptType="node node" st="1 1" cnt="1 0" func="cnt" op="equ" val="4">
                    <dgm:alg type="cycle">
                      <dgm:param type="stAng" val="75"/>
                      <dgm:param type="spanAng" val="-150"/>
                      <dgm:param type="ctrShpMap" val="fNode"/>
                    </dgm:alg>
                  </dgm:if>
                  <dgm:else name="Name20">
                    <dgm:alg type="cycle">
                      <dgm:param type="stAng" val="90"/>
                      <dgm:param type="spanAng" val="-180"/>
                      <dgm:param type="ctrShpMap" val="fNode"/>
                    </dgm:alg>
                  </dgm:else>
                </dgm:choose>
              </dgm:else>
            </dgm:choose>
          </dgm:else>
        </dgm:choose>
      </dgm:else>
    </dgm:choose>
    <dgm:shape xmlns:r="http://schemas.openxmlformats.org/officeDocument/2006/relationships" r:blip="">
      <dgm:adjLst/>
    </dgm:shape>
    <dgm:presOf/>
    <dgm:constrLst>
      <dgm:constr type="w" for="ch" forName="centerShape" refType="w"/>
      <dgm:constr type="w" for="ch" forName="node" refType="w" refFor="ch" refForName="centerShape" fact="0.95"/>
      <dgm:constr type="h" for="ch" forName="parTrans" refType="w" refFor="ch" refForName="centerShape" fact="0.285"/>
      <dgm:constr type="sp" refType="w" refFor="ch" refForName="centerShape" op="equ" fact="0.23"/>
      <dgm:constr type="sibSp" refType="w" refFor="ch" refForName="node" fact="0.1"/>
      <dgm:constr type="primFontSz" for="ch" forName="node" op="equ"/>
    </dgm:constrLst>
    <dgm:choose name="Name21">
      <dgm:if name="Name22" axis="ch ch" ptType="node node" st="1 1" cnt="1 0" func="cnt" op="lte" val="5">
        <dgm:ruleLst>
          <dgm:rule type="w" for="ch" forName="centerShape" val="NaN" fact="0.27" max="NaN"/>
        </dgm:ruleLst>
      </dgm:if>
      <dgm:else name="Name23">
        <dgm:ruleLst>
          <dgm:rule type="w" for="ch" forName="centerShape" val="NaN" fact="0.27" max="NaN"/>
          <dgm:rule type="w" for="ch" forName="node" val="NaN" fact="0.7" max="NaN"/>
        </dgm:ruleLst>
      </dgm:else>
    </dgm:choose>
    <dgm:forEach name="Name24" axis="ch" ptType="node" cnt="1">
      <dgm:layoutNode name="centerShape" styleLbl="node0">
        <dgm:alg type="tx"/>
        <dgm:shape xmlns:r="http://schemas.openxmlformats.org/officeDocument/2006/relationships" type="ellipse" r:blip="">
          <dgm:adjLst/>
        </dgm:shape>
        <dgm:presOf axis="self"/>
        <dgm:constrLst>
          <dgm:constr type="tMarg" refType="primFontSz" fact="0.05"/>
          <dgm:constr type="bMarg" refType="primFontSz" fact="0.05"/>
          <dgm:constr type="lMarg" refType="primFontSz" fact="0.05"/>
          <dgm:constr type="rMarg" refType="primFontSz" fact="0.05"/>
          <dgm:constr type="primFontSz" val="65"/>
          <dgm:constr type="h" refType="w"/>
        </dgm:constrLst>
        <dgm:ruleLst>
          <dgm:rule type="primFontSz" val="5" fact="NaN" max="NaN"/>
        </dgm:ruleLst>
      </dgm:layoutNode>
      <dgm:forEach name="Name25" axis="ch">
        <dgm:forEach name="Name26" axis="self" ptType="parTrans">
          <dgm:layoutNode name="parTrans" styleLbl="bgSibTrans2D1">
            <dgm:alg type="conn">
              <dgm:param type="begPts" val="auto"/>
              <dgm:param type="endPts" val="ctr"/>
              <dgm:param type="endSty" val="noArr"/>
              <dgm:param type="begSty" val="arr"/>
            </dgm:alg>
            <dgm:shape xmlns:r="http://schemas.openxmlformats.org/officeDocument/2006/relationships" type="conn" r:blip="">
              <dgm:adjLst/>
            </dgm:shape>
            <dgm:presOf axis="self"/>
            <dgm:constrLst>
              <dgm:constr type="begPad" refType="connDist" fact="0.055"/>
              <dgm:constr type="endPad"/>
            </dgm:constrLst>
            <dgm:ruleLst/>
          </dgm:layoutNode>
        </dgm:forEach>
        <dgm:forEach name="Name27" axis="self" ptType="node">
          <dgm:layoutNode name="node" styleLbl="node1">
            <dgm:varLst>
              <dgm:bulletEnabled val="1"/>
            </dgm:varLst>
            <dgm:alg type="tx"/>
            <dgm:shape xmlns:r="http://schemas.openxmlformats.org/officeDocument/2006/relationships" type="roundRect" r:blip="">
              <dgm:adjLst>
                <dgm:adj idx="1" val="0.1"/>
              </dgm:adjLst>
            </dgm:shape>
            <dgm:presOf axis="desOrSelf" ptType="node"/>
            <dgm:constrLst>
              <dgm:constr type="primFontSz" val="65"/>
              <dgm:constr type="h" refType="w" fact="0.8"/>
              <dgm:constr type="tMarg" refType="primFontSz" fact="0.15"/>
              <dgm:constr type="bMarg" refType="primFontSz" fact="0.15"/>
              <dgm:constr type="lMarg" refType="primFontSz" fact="0.15"/>
              <dgm:constr type="rMarg" refType="primFontSz" fact="0.15"/>
            </dgm:constrLst>
            <dgm:ruleLst>
              <dgm:rule type="primFontSz" val="5" fact="NaN" max="NaN"/>
            </dgm:ruleLst>
          </dgm:layoutNode>
        </dgm:forEach>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slideLayouts/_rels/slideLayout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10" name="Group 9"/>
          <p:cNvGrpSpPr/>
          <p:nvPr/>
        </p:nvGrpSpPr>
        <p:grpSpPr>
          <a:xfrm>
            <a:off x="0" y="0"/>
            <a:ext cx="12188825" cy="6872226"/>
            <a:chOff x="0" y="0"/>
            <a:chExt cx="12188825" cy="6872226"/>
          </a:xfrm>
        </p:grpSpPr>
        <p:pic>
          <p:nvPicPr>
            <p:cNvPr id="9" name="Picture 8" descr="HD-PanelTitle-V.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6" name="Rectangle 25"/>
            <p:cNvSpPr/>
            <p:nvPr/>
          </p:nvSpPr>
          <p:spPr>
            <a:xfrm>
              <a:off x="2328332" y="1540931"/>
              <a:ext cx="7543802" cy="3835401"/>
            </a:xfrm>
            <a:prstGeom prst="rect">
              <a:avLst/>
            </a:prstGeom>
            <a:noFill/>
            <a:ln w="15875">
              <a:miter lim="800000"/>
            </a:ln>
          </p:spPr>
          <p:style>
            <a:lnRef idx="1">
              <a:schemeClr val="accent1"/>
            </a:lnRef>
            <a:fillRef idx="3">
              <a:schemeClr val="accent1"/>
            </a:fillRef>
            <a:effectRef idx="2">
              <a:schemeClr val="accent1"/>
            </a:effectRef>
            <a:fontRef idx="minor">
              <a:schemeClr val="lt1"/>
            </a:fontRef>
          </p:style>
        </p:sp>
        <p:pic>
          <p:nvPicPr>
            <p:cNvPr id="17" name="Picture 16" descr="HDRibbonTitle-UniformTrim.png"/>
            <p:cNvPicPr>
              <a:picLocks noChangeAspect="1"/>
            </p:cNvPicPr>
            <p:nvPr/>
          </p:nvPicPr>
          <p:blipFill rotWithShape="1">
            <a:blip r:embed="rId3">
              <a:extLst>
                <a:ext uri="{28A0092B-C50C-407E-A947-70E740481C1C}">
                  <a14:useLocalDpi xmlns:a14="http://schemas.microsoft.com/office/drawing/2010/main" val="0"/>
                </a:ext>
              </a:extLst>
            </a:blip>
            <a:srcRect l="2" r="47673"/>
            <a:stretch/>
          </p:blipFill>
          <p:spPr>
            <a:xfrm rot="5400000">
              <a:off x="5245268" y="530352"/>
              <a:ext cx="1673352" cy="612648"/>
            </a:xfrm>
            <a:prstGeom prst="rect">
              <a:avLst/>
            </a:prstGeom>
          </p:spPr>
        </p:pic>
        <p:pic>
          <p:nvPicPr>
            <p:cNvPr id="18" name="Picture 17" descr="HDRibbonTitle-UniformTrim.png"/>
            <p:cNvPicPr>
              <a:picLocks noChangeAspect="1"/>
            </p:cNvPicPr>
            <p:nvPr/>
          </p:nvPicPr>
          <p:blipFill rotWithShape="1">
            <a:blip r:embed="rId3">
              <a:extLst>
                <a:ext uri="{28A0092B-C50C-407E-A947-70E740481C1C}">
                  <a14:useLocalDpi xmlns:a14="http://schemas.microsoft.com/office/drawing/2010/main" val="0"/>
                </a:ext>
              </a:extLst>
            </a:blip>
            <a:srcRect r="48819"/>
            <a:stretch/>
          </p:blipFill>
          <p:spPr>
            <a:xfrm rot="5400000">
              <a:off x="5263556" y="5747514"/>
              <a:ext cx="1636776" cy="612648"/>
            </a:xfrm>
            <a:prstGeom prst="rect">
              <a:avLst/>
            </a:prstGeom>
          </p:spPr>
        </p:pic>
      </p:grpSp>
      <p:sp>
        <p:nvSpPr>
          <p:cNvPr id="2" name="Title 1"/>
          <p:cNvSpPr>
            <a:spLocks noGrp="1"/>
          </p:cNvSpPr>
          <p:nvPr>
            <p:ph type="ctrTitle"/>
          </p:nvPr>
        </p:nvSpPr>
        <p:spPr>
          <a:xfrm>
            <a:off x="2692398" y="1871131"/>
            <a:ext cx="6815669" cy="1515533"/>
          </a:xfrm>
        </p:spPr>
        <p:txBody>
          <a:bodyPr anchor="b">
            <a:noAutofit/>
          </a:bodyPr>
          <a:lstStyle>
            <a:lvl1pPr algn="ctr">
              <a:defRPr sz="5400">
                <a:effectLst/>
              </a:defRPr>
            </a:lvl1pPr>
          </a:lstStyle>
          <a:p>
            <a:r>
              <a:rPr lang="en-US" smtClean="0"/>
              <a:t>Click to edit Master title style</a:t>
            </a:r>
            <a:endParaRPr lang="en-US" dirty="0"/>
          </a:p>
        </p:txBody>
      </p:sp>
      <p:sp>
        <p:nvSpPr>
          <p:cNvPr id="3" name="Subtitle 2"/>
          <p:cNvSpPr>
            <a:spLocks noGrp="1"/>
          </p:cNvSpPr>
          <p:nvPr>
            <p:ph type="subTitle" idx="1"/>
          </p:nvPr>
        </p:nvSpPr>
        <p:spPr>
          <a:xfrm>
            <a:off x="2692398" y="3657597"/>
            <a:ext cx="6815669" cy="1320802"/>
          </a:xfrm>
        </p:spPr>
        <p:txBody>
          <a:bodyPr anchor="t">
            <a:normAutofit/>
          </a:bodyPr>
          <a:lstStyle>
            <a:lvl1pPr marL="0" indent="0" algn="ctr">
              <a:buNone/>
              <a:defRPr sz="2100">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dirty="0"/>
          </a:p>
        </p:txBody>
      </p:sp>
      <p:sp>
        <p:nvSpPr>
          <p:cNvPr id="4" name="Date Placeholder 3"/>
          <p:cNvSpPr>
            <a:spLocks noGrp="1"/>
          </p:cNvSpPr>
          <p:nvPr>
            <p:ph type="dt" sz="half" idx="10"/>
          </p:nvPr>
        </p:nvSpPr>
        <p:spPr>
          <a:xfrm>
            <a:off x="7983232" y="5037663"/>
            <a:ext cx="897467" cy="279400"/>
          </a:xfrm>
        </p:spPr>
        <p:txBody>
          <a:bodyPr/>
          <a:lstStyle/>
          <a:p>
            <a:fld id="{C4311607-6453-4BCE-BD12-5ED163617AFD}" type="datetimeFigureOut">
              <a:rPr lang="id-ID" smtClean="0"/>
              <a:t>19/03/2019</a:t>
            </a:fld>
            <a:endParaRPr lang="id-ID"/>
          </a:p>
        </p:txBody>
      </p:sp>
      <p:sp>
        <p:nvSpPr>
          <p:cNvPr id="5" name="Footer Placeholder 4"/>
          <p:cNvSpPr>
            <a:spLocks noGrp="1"/>
          </p:cNvSpPr>
          <p:nvPr>
            <p:ph type="ftr" sz="quarter" idx="11"/>
          </p:nvPr>
        </p:nvSpPr>
        <p:spPr>
          <a:xfrm>
            <a:off x="2692397" y="5037663"/>
            <a:ext cx="5214635" cy="279400"/>
          </a:xfrm>
        </p:spPr>
        <p:txBody>
          <a:bodyPr/>
          <a:lstStyle/>
          <a:p>
            <a:endParaRPr lang="id-ID"/>
          </a:p>
        </p:txBody>
      </p:sp>
      <p:sp>
        <p:nvSpPr>
          <p:cNvPr id="6" name="Slide Number Placeholder 5"/>
          <p:cNvSpPr>
            <a:spLocks noGrp="1"/>
          </p:cNvSpPr>
          <p:nvPr>
            <p:ph type="sldNum" sz="quarter" idx="12"/>
          </p:nvPr>
        </p:nvSpPr>
        <p:spPr>
          <a:xfrm>
            <a:off x="8956900" y="5037663"/>
            <a:ext cx="551167" cy="279400"/>
          </a:xfrm>
        </p:spPr>
        <p:txBody>
          <a:bodyPr/>
          <a:lstStyle/>
          <a:p>
            <a:fld id="{0E1B81E8-567A-48FA-A5A0-A90C015593AE}" type="slidenum">
              <a:rPr lang="id-ID" smtClean="0"/>
              <a:t>‹#›</a:t>
            </a:fld>
            <a:endParaRPr lang="id-ID"/>
          </a:p>
        </p:txBody>
      </p:sp>
      <p:cxnSp>
        <p:nvCxnSpPr>
          <p:cNvPr id="15" name="Straight Connector 14"/>
          <p:cNvCxnSpPr/>
          <p:nvPr/>
        </p:nvCxnSpPr>
        <p:spPr>
          <a:xfrm>
            <a:off x="2692399" y="3522131"/>
            <a:ext cx="6815668" cy="0"/>
          </a:xfrm>
          <a:prstGeom prst="line">
            <a:avLst/>
          </a:prstGeom>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417990205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cxnSp>
        <p:nvCxnSpPr>
          <p:cNvPr id="7" name="Straight Connector 6"/>
          <p:cNvCxnSpPr/>
          <p:nvPr/>
        </p:nvCxnSpPr>
        <p:spPr>
          <a:xfrm>
            <a:off x="1396169" y="2421466"/>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C4311607-6453-4BCE-BD12-5ED163617AFD}" type="datetimeFigureOut">
              <a:rPr lang="id-ID" smtClean="0"/>
              <a:t>19/03/2019</a:t>
            </a:fld>
            <a:endParaRPr lang="id-ID"/>
          </a:p>
        </p:txBody>
      </p:sp>
      <p:sp>
        <p:nvSpPr>
          <p:cNvPr id="5" name="Footer Placeholder 4"/>
          <p:cNvSpPr>
            <a:spLocks noGrp="1"/>
          </p:cNvSpPr>
          <p:nvPr>
            <p:ph type="ftr" sz="quarter" idx="11"/>
          </p:nvPr>
        </p:nvSpPr>
        <p:spPr/>
        <p:txBody>
          <a:bodyPr/>
          <a:lstStyle/>
          <a:p>
            <a:endParaRPr lang="id-ID"/>
          </a:p>
        </p:txBody>
      </p:sp>
      <p:sp>
        <p:nvSpPr>
          <p:cNvPr id="6" name="Slide Number Placeholder 5"/>
          <p:cNvSpPr>
            <a:spLocks noGrp="1"/>
          </p:cNvSpPr>
          <p:nvPr>
            <p:ph type="sldNum" sz="quarter" idx="12"/>
          </p:nvPr>
        </p:nvSpPr>
        <p:spPr/>
        <p:txBody>
          <a:bodyPr/>
          <a:lstStyle/>
          <a:p>
            <a:fld id="{0E1B81E8-567A-48FA-A5A0-A90C015593AE}" type="slidenum">
              <a:rPr lang="id-ID" smtClean="0"/>
              <a:t>‹#›</a:t>
            </a:fld>
            <a:endParaRPr lang="id-ID"/>
          </a:p>
        </p:txBody>
      </p:sp>
    </p:spTree>
    <p:extLst>
      <p:ext uri="{BB962C8B-B14F-4D97-AF65-F5344CB8AC3E}">
        <p14:creationId xmlns:p14="http://schemas.microsoft.com/office/powerpoint/2010/main" val="71518956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2015069" y="1752606"/>
            <a:ext cx="8158688" cy="1822514"/>
          </a:xfrm>
        </p:spPr>
        <p:txBody>
          <a:bodyPr anchor="b">
            <a:normAutofit/>
          </a:bodyPr>
          <a:lstStyle>
            <a:lvl1pPr algn="ctr">
              <a:defRPr sz="4400" b="0" cap="none"/>
            </a:lvl1pPr>
          </a:lstStyle>
          <a:p>
            <a:r>
              <a:rPr lang="en-US" smtClean="0"/>
              <a:t>Click to edit Master title style</a:t>
            </a:r>
            <a:endParaRPr lang="en-US" dirty="0"/>
          </a:p>
        </p:txBody>
      </p:sp>
      <p:sp>
        <p:nvSpPr>
          <p:cNvPr id="3" name="Text Placeholder 2"/>
          <p:cNvSpPr>
            <a:spLocks noGrp="1"/>
          </p:cNvSpPr>
          <p:nvPr>
            <p:ph type="body" idx="1"/>
          </p:nvPr>
        </p:nvSpPr>
        <p:spPr>
          <a:xfrm>
            <a:off x="2015067" y="3846051"/>
            <a:ext cx="8158690" cy="954547"/>
          </a:xfrm>
        </p:spPr>
        <p:txBody>
          <a:bodyPr anchor="t">
            <a:normAutofit/>
          </a:bodyPr>
          <a:lstStyle>
            <a:lvl1pPr marL="0" indent="0" algn="ctr">
              <a:buNone/>
              <a:defRPr sz="24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C4311607-6453-4BCE-BD12-5ED163617AFD}" type="datetimeFigureOut">
              <a:rPr lang="id-ID" smtClean="0"/>
              <a:t>19/03/2019</a:t>
            </a:fld>
            <a:endParaRPr lang="id-ID"/>
          </a:p>
        </p:txBody>
      </p:sp>
      <p:sp>
        <p:nvSpPr>
          <p:cNvPr id="5" name="Footer Placeholder 4"/>
          <p:cNvSpPr>
            <a:spLocks noGrp="1"/>
          </p:cNvSpPr>
          <p:nvPr>
            <p:ph type="ftr" sz="quarter" idx="11"/>
          </p:nvPr>
        </p:nvSpPr>
        <p:spPr/>
        <p:txBody>
          <a:bodyPr/>
          <a:lstStyle/>
          <a:p>
            <a:endParaRPr lang="id-ID"/>
          </a:p>
        </p:txBody>
      </p:sp>
      <p:sp>
        <p:nvSpPr>
          <p:cNvPr id="6" name="Slide Number Placeholder 5"/>
          <p:cNvSpPr>
            <a:spLocks noGrp="1"/>
          </p:cNvSpPr>
          <p:nvPr>
            <p:ph type="sldNum" sz="quarter" idx="12"/>
          </p:nvPr>
        </p:nvSpPr>
        <p:spPr/>
        <p:txBody>
          <a:bodyPr/>
          <a:lstStyle/>
          <a:p>
            <a:fld id="{0E1B81E8-567A-48FA-A5A0-A90C015593AE}" type="slidenum">
              <a:rPr lang="id-ID" smtClean="0"/>
              <a:t>‹#›</a:t>
            </a:fld>
            <a:endParaRPr lang="id-ID"/>
          </a:p>
        </p:txBody>
      </p:sp>
      <p:cxnSp>
        <p:nvCxnSpPr>
          <p:cNvPr id="16" name="Straight Connector 15"/>
          <p:cNvCxnSpPr/>
          <p:nvPr/>
        </p:nvCxnSpPr>
        <p:spPr>
          <a:xfrm>
            <a:off x="2012723" y="3710585"/>
            <a:ext cx="8163380"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89296093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sz="half" idx="1"/>
          </p:nvPr>
        </p:nvSpPr>
        <p:spPr>
          <a:xfrm>
            <a:off x="1298448" y="2560320"/>
            <a:ext cx="4718304" cy="3310128"/>
          </a:xfrm>
        </p:spPr>
        <p:txBody>
          <a:bodyPr>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Content Placeholder 3"/>
          <p:cNvSpPr>
            <a:spLocks noGrp="1"/>
          </p:cNvSpPr>
          <p:nvPr>
            <p:ph sz="half" idx="2"/>
          </p:nvPr>
        </p:nvSpPr>
        <p:spPr>
          <a:xfrm>
            <a:off x="6181344" y="2560320"/>
            <a:ext cx="4718304" cy="3310128"/>
          </a:xfrm>
        </p:spPr>
        <p:txBody>
          <a:bodyPr>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Date Placeholder 4"/>
          <p:cNvSpPr>
            <a:spLocks noGrp="1"/>
          </p:cNvSpPr>
          <p:nvPr>
            <p:ph type="dt" sz="half" idx="10"/>
          </p:nvPr>
        </p:nvSpPr>
        <p:spPr/>
        <p:txBody>
          <a:bodyPr/>
          <a:lstStyle/>
          <a:p>
            <a:fld id="{C4311607-6453-4BCE-BD12-5ED163617AFD}" type="datetimeFigureOut">
              <a:rPr lang="id-ID" smtClean="0"/>
              <a:t>19/03/2019</a:t>
            </a:fld>
            <a:endParaRPr lang="id-ID"/>
          </a:p>
        </p:txBody>
      </p:sp>
      <p:sp>
        <p:nvSpPr>
          <p:cNvPr id="6" name="Footer Placeholder 5"/>
          <p:cNvSpPr>
            <a:spLocks noGrp="1"/>
          </p:cNvSpPr>
          <p:nvPr>
            <p:ph type="ftr" sz="quarter" idx="11"/>
          </p:nvPr>
        </p:nvSpPr>
        <p:spPr/>
        <p:txBody>
          <a:bodyPr/>
          <a:lstStyle/>
          <a:p>
            <a:endParaRPr lang="id-ID"/>
          </a:p>
        </p:txBody>
      </p:sp>
      <p:sp>
        <p:nvSpPr>
          <p:cNvPr id="7" name="Slide Number Placeholder 6"/>
          <p:cNvSpPr>
            <a:spLocks noGrp="1"/>
          </p:cNvSpPr>
          <p:nvPr>
            <p:ph type="sldNum" sz="quarter" idx="12"/>
          </p:nvPr>
        </p:nvSpPr>
        <p:spPr/>
        <p:txBody>
          <a:bodyPr/>
          <a:lstStyle/>
          <a:p>
            <a:fld id="{0E1B81E8-567A-48FA-A5A0-A90C015593AE}" type="slidenum">
              <a:rPr lang="id-ID" smtClean="0"/>
              <a:t>‹#›</a:t>
            </a:fld>
            <a:endParaRPr lang="id-ID"/>
          </a:p>
        </p:txBody>
      </p:sp>
      <p:cxnSp>
        <p:nvCxnSpPr>
          <p:cNvPr id="8" name="Straight Connector 7"/>
          <p:cNvCxnSpPr/>
          <p:nvPr/>
        </p:nvCxnSpPr>
        <p:spPr>
          <a:xfrm>
            <a:off x="1396169" y="2421466"/>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5407724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dirty="0"/>
          </a:p>
        </p:txBody>
      </p:sp>
      <p:sp>
        <p:nvSpPr>
          <p:cNvPr id="3" name="Text Placeholder 2"/>
          <p:cNvSpPr>
            <a:spLocks noGrp="1"/>
          </p:cNvSpPr>
          <p:nvPr>
            <p:ph type="body" idx="1"/>
          </p:nvPr>
        </p:nvSpPr>
        <p:spPr>
          <a:xfrm>
            <a:off x="1295400" y="2658533"/>
            <a:ext cx="4718304" cy="576262"/>
          </a:xfrm>
        </p:spPr>
        <p:txBody>
          <a:bodyPr anchor="b">
            <a:noAutofit/>
          </a:bodyPr>
          <a:lstStyle>
            <a:lvl1pPr marL="0" indent="0">
              <a:buNone/>
              <a:defRPr sz="28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1295400" y="3243262"/>
            <a:ext cx="4718304" cy="2632605"/>
          </a:xfrm>
        </p:spPr>
        <p:txBody>
          <a:bodyPr anchor="t">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Text Placeholder 4"/>
          <p:cNvSpPr>
            <a:spLocks noGrp="1"/>
          </p:cNvSpPr>
          <p:nvPr>
            <p:ph type="body" sz="quarter" idx="3"/>
          </p:nvPr>
        </p:nvSpPr>
        <p:spPr>
          <a:xfrm>
            <a:off x="6180671" y="2658533"/>
            <a:ext cx="4718304" cy="576262"/>
          </a:xfrm>
        </p:spPr>
        <p:txBody>
          <a:bodyPr anchor="b">
            <a:noAutofit/>
          </a:bodyPr>
          <a:lstStyle>
            <a:lvl1pPr marL="0" indent="0">
              <a:buNone/>
              <a:defRPr sz="28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6180671" y="3243262"/>
            <a:ext cx="4718304" cy="2632605"/>
          </a:xfrm>
        </p:spPr>
        <p:txBody>
          <a:bodyPr anchor="t">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7" name="Date Placeholder 6"/>
          <p:cNvSpPr>
            <a:spLocks noGrp="1"/>
          </p:cNvSpPr>
          <p:nvPr>
            <p:ph type="dt" sz="half" idx="10"/>
          </p:nvPr>
        </p:nvSpPr>
        <p:spPr/>
        <p:txBody>
          <a:bodyPr/>
          <a:lstStyle/>
          <a:p>
            <a:fld id="{C4311607-6453-4BCE-BD12-5ED163617AFD}" type="datetimeFigureOut">
              <a:rPr lang="id-ID" smtClean="0"/>
              <a:t>19/03/2019</a:t>
            </a:fld>
            <a:endParaRPr lang="id-ID"/>
          </a:p>
        </p:txBody>
      </p:sp>
      <p:sp>
        <p:nvSpPr>
          <p:cNvPr id="8" name="Footer Placeholder 7"/>
          <p:cNvSpPr>
            <a:spLocks noGrp="1"/>
          </p:cNvSpPr>
          <p:nvPr>
            <p:ph type="ftr" sz="quarter" idx="11"/>
          </p:nvPr>
        </p:nvSpPr>
        <p:spPr/>
        <p:txBody>
          <a:bodyPr/>
          <a:lstStyle/>
          <a:p>
            <a:endParaRPr lang="id-ID"/>
          </a:p>
        </p:txBody>
      </p:sp>
      <p:sp>
        <p:nvSpPr>
          <p:cNvPr id="9" name="Slide Number Placeholder 8"/>
          <p:cNvSpPr>
            <a:spLocks noGrp="1"/>
          </p:cNvSpPr>
          <p:nvPr>
            <p:ph type="sldNum" sz="quarter" idx="12"/>
          </p:nvPr>
        </p:nvSpPr>
        <p:spPr/>
        <p:txBody>
          <a:bodyPr/>
          <a:lstStyle/>
          <a:p>
            <a:fld id="{0E1B81E8-567A-48FA-A5A0-A90C015593AE}" type="slidenum">
              <a:rPr lang="id-ID" smtClean="0"/>
              <a:t>‹#›</a:t>
            </a:fld>
            <a:endParaRPr lang="id-ID"/>
          </a:p>
        </p:txBody>
      </p:sp>
      <p:cxnSp>
        <p:nvCxnSpPr>
          <p:cNvPr id="18" name="Straight Connector 17"/>
          <p:cNvCxnSpPr/>
          <p:nvPr/>
        </p:nvCxnSpPr>
        <p:spPr>
          <a:xfrm>
            <a:off x="1396169" y="2421466"/>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78655648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Date Placeholder 2"/>
          <p:cNvSpPr>
            <a:spLocks noGrp="1"/>
          </p:cNvSpPr>
          <p:nvPr>
            <p:ph type="dt" sz="half" idx="10"/>
          </p:nvPr>
        </p:nvSpPr>
        <p:spPr/>
        <p:txBody>
          <a:bodyPr/>
          <a:lstStyle/>
          <a:p>
            <a:fld id="{C4311607-6453-4BCE-BD12-5ED163617AFD}" type="datetimeFigureOut">
              <a:rPr lang="id-ID" smtClean="0"/>
              <a:t>19/03/2019</a:t>
            </a:fld>
            <a:endParaRPr lang="id-ID"/>
          </a:p>
        </p:txBody>
      </p:sp>
      <p:sp>
        <p:nvSpPr>
          <p:cNvPr id="4" name="Footer Placeholder 3"/>
          <p:cNvSpPr>
            <a:spLocks noGrp="1"/>
          </p:cNvSpPr>
          <p:nvPr>
            <p:ph type="ftr" sz="quarter" idx="11"/>
          </p:nvPr>
        </p:nvSpPr>
        <p:spPr/>
        <p:txBody>
          <a:bodyPr/>
          <a:lstStyle/>
          <a:p>
            <a:endParaRPr lang="id-ID"/>
          </a:p>
        </p:txBody>
      </p:sp>
      <p:sp>
        <p:nvSpPr>
          <p:cNvPr id="5" name="Slide Number Placeholder 4"/>
          <p:cNvSpPr>
            <a:spLocks noGrp="1"/>
          </p:cNvSpPr>
          <p:nvPr>
            <p:ph type="sldNum" sz="quarter" idx="12"/>
          </p:nvPr>
        </p:nvSpPr>
        <p:spPr/>
        <p:txBody>
          <a:bodyPr/>
          <a:lstStyle/>
          <a:p>
            <a:fld id="{0E1B81E8-567A-48FA-A5A0-A90C015593AE}" type="slidenum">
              <a:rPr lang="id-ID" smtClean="0"/>
              <a:t>‹#›</a:t>
            </a:fld>
            <a:endParaRPr lang="id-ID"/>
          </a:p>
        </p:txBody>
      </p:sp>
      <p:cxnSp>
        <p:nvCxnSpPr>
          <p:cNvPr id="14" name="Straight Connector 13"/>
          <p:cNvCxnSpPr/>
          <p:nvPr/>
        </p:nvCxnSpPr>
        <p:spPr>
          <a:xfrm>
            <a:off x="1396169" y="2421466"/>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413994837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C4311607-6453-4BCE-BD12-5ED163617AFD}" type="datetimeFigureOut">
              <a:rPr lang="id-ID" smtClean="0"/>
              <a:t>19/03/2019</a:t>
            </a:fld>
            <a:endParaRPr lang="id-ID"/>
          </a:p>
        </p:txBody>
      </p:sp>
      <p:sp>
        <p:nvSpPr>
          <p:cNvPr id="3" name="Footer Placeholder 2"/>
          <p:cNvSpPr>
            <a:spLocks noGrp="1"/>
          </p:cNvSpPr>
          <p:nvPr>
            <p:ph type="ftr" sz="quarter" idx="11"/>
          </p:nvPr>
        </p:nvSpPr>
        <p:spPr/>
        <p:txBody>
          <a:bodyPr/>
          <a:lstStyle/>
          <a:p>
            <a:endParaRPr lang="id-ID"/>
          </a:p>
        </p:txBody>
      </p:sp>
      <p:sp>
        <p:nvSpPr>
          <p:cNvPr id="4" name="Slide Number Placeholder 3"/>
          <p:cNvSpPr>
            <a:spLocks noGrp="1"/>
          </p:cNvSpPr>
          <p:nvPr>
            <p:ph type="sldNum" sz="quarter" idx="12"/>
          </p:nvPr>
        </p:nvSpPr>
        <p:spPr/>
        <p:txBody>
          <a:bodyPr/>
          <a:lstStyle/>
          <a:p>
            <a:fld id="{0E1B81E8-567A-48FA-A5A0-A90C015593AE}" type="slidenum">
              <a:rPr lang="id-ID" smtClean="0"/>
              <a:t>‹#›</a:t>
            </a:fld>
            <a:endParaRPr lang="id-ID"/>
          </a:p>
        </p:txBody>
      </p:sp>
    </p:spTree>
    <p:extLst>
      <p:ext uri="{BB962C8B-B14F-4D97-AF65-F5344CB8AC3E}">
        <p14:creationId xmlns:p14="http://schemas.microsoft.com/office/powerpoint/2010/main" val="300303639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293811" y="1388534"/>
            <a:ext cx="3718455" cy="1371600"/>
          </a:xfrm>
        </p:spPr>
        <p:txBody>
          <a:bodyPr anchor="b">
            <a:normAutofit/>
          </a:bodyPr>
          <a:lstStyle>
            <a:lvl1pPr algn="ctr">
              <a:defRPr sz="2400" b="0"/>
            </a:lvl1pPr>
          </a:lstStyle>
          <a:p>
            <a:r>
              <a:rPr lang="en-US" smtClean="0"/>
              <a:t>Click to edit Master title style</a:t>
            </a:r>
            <a:endParaRPr lang="en-US" dirty="0"/>
          </a:p>
        </p:txBody>
      </p:sp>
      <p:sp>
        <p:nvSpPr>
          <p:cNvPr id="3" name="Content Placeholder 2"/>
          <p:cNvSpPr>
            <a:spLocks noGrp="1"/>
          </p:cNvSpPr>
          <p:nvPr>
            <p:ph idx="1"/>
          </p:nvPr>
        </p:nvSpPr>
        <p:spPr>
          <a:xfrm>
            <a:off x="5418668" y="982131"/>
            <a:ext cx="5469466" cy="4893735"/>
          </a:xfrm>
        </p:spPr>
        <p:txBody>
          <a:bodyPr anchor="ctr">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Text Placeholder 3"/>
          <p:cNvSpPr>
            <a:spLocks noGrp="1"/>
          </p:cNvSpPr>
          <p:nvPr>
            <p:ph type="body" sz="half" idx="2"/>
          </p:nvPr>
        </p:nvSpPr>
        <p:spPr>
          <a:xfrm>
            <a:off x="1293811" y="3031065"/>
            <a:ext cx="3718455" cy="2438404"/>
          </a:xfrm>
        </p:spPr>
        <p:txBody>
          <a:bodyPr anchor="t">
            <a:normAutofit/>
          </a:bodyPr>
          <a:lstStyle>
            <a:lvl1pPr marL="0" indent="0" algn="ctr">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C4311607-6453-4BCE-BD12-5ED163617AFD}" type="datetimeFigureOut">
              <a:rPr lang="id-ID" smtClean="0"/>
              <a:t>19/03/2019</a:t>
            </a:fld>
            <a:endParaRPr lang="id-ID"/>
          </a:p>
        </p:txBody>
      </p:sp>
      <p:sp>
        <p:nvSpPr>
          <p:cNvPr id="6" name="Footer Placeholder 5"/>
          <p:cNvSpPr>
            <a:spLocks noGrp="1"/>
          </p:cNvSpPr>
          <p:nvPr>
            <p:ph type="ftr" sz="quarter" idx="11"/>
          </p:nvPr>
        </p:nvSpPr>
        <p:spPr/>
        <p:txBody>
          <a:bodyPr/>
          <a:lstStyle/>
          <a:p>
            <a:endParaRPr lang="id-ID"/>
          </a:p>
        </p:txBody>
      </p:sp>
      <p:sp>
        <p:nvSpPr>
          <p:cNvPr id="7" name="Slide Number Placeholder 6"/>
          <p:cNvSpPr>
            <a:spLocks noGrp="1"/>
          </p:cNvSpPr>
          <p:nvPr>
            <p:ph type="sldNum" sz="quarter" idx="12"/>
          </p:nvPr>
        </p:nvSpPr>
        <p:spPr/>
        <p:txBody>
          <a:bodyPr/>
          <a:lstStyle/>
          <a:p>
            <a:fld id="{0E1B81E8-567A-48FA-A5A0-A90C015593AE}" type="slidenum">
              <a:rPr lang="id-ID" smtClean="0"/>
              <a:t>‹#›</a:t>
            </a:fld>
            <a:endParaRPr lang="id-ID"/>
          </a:p>
        </p:txBody>
      </p:sp>
      <p:cxnSp>
        <p:nvCxnSpPr>
          <p:cNvPr id="16" name="Straight Connector 15"/>
          <p:cNvCxnSpPr/>
          <p:nvPr/>
        </p:nvCxnSpPr>
        <p:spPr>
          <a:xfrm>
            <a:off x="1396169" y="2912533"/>
            <a:ext cx="35144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7168245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295399" y="1883832"/>
            <a:ext cx="6241816" cy="1371600"/>
          </a:xfrm>
        </p:spPr>
        <p:txBody>
          <a:bodyPr anchor="b">
            <a:normAutofit/>
          </a:bodyPr>
          <a:lstStyle>
            <a:lvl1pPr algn="ctr">
              <a:defRPr sz="2800" b="0"/>
            </a:lvl1pPr>
          </a:lstStyle>
          <a:p>
            <a:r>
              <a:rPr lang="en-US" smtClean="0"/>
              <a:t>Click to edit Master title style</a:t>
            </a:r>
            <a:endParaRPr lang="en-US" dirty="0"/>
          </a:p>
        </p:txBody>
      </p:sp>
      <p:sp>
        <p:nvSpPr>
          <p:cNvPr id="17" name="Picture Placeholder 2"/>
          <p:cNvSpPr>
            <a:spLocks noGrp="1" noChangeAspect="1"/>
          </p:cNvSpPr>
          <p:nvPr>
            <p:ph type="pic" idx="1"/>
          </p:nvPr>
        </p:nvSpPr>
        <p:spPr>
          <a:xfrm>
            <a:off x="8094831" y="1041400"/>
            <a:ext cx="3063347" cy="4775200"/>
          </a:xfrm>
          <a:prstGeom prst="roundRect">
            <a:avLst>
              <a:gd name="adj" fmla="val 0"/>
            </a:avLst>
          </a:prstGeom>
          <a:ln w="57150" cmpd="thickThin">
            <a:solidFill>
              <a:schemeClr val="tx1">
                <a:lumMod val="50000"/>
                <a:lumOff val="50000"/>
              </a:schemeClr>
            </a:solidFill>
            <a:miter lim="800000"/>
          </a:ln>
          <a:effectLst>
            <a:innerShdw blurRad="57150" dist="38100" dir="14460000">
              <a:srgbClr val="000000">
                <a:alpha val="70000"/>
              </a:srgbClr>
            </a:inn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smtClean="0"/>
              <a:t>Click icon to add picture</a:t>
            </a:r>
            <a:endParaRPr lang="en-US" dirty="0"/>
          </a:p>
        </p:txBody>
      </p:sp>
      <p:sp>
        <p:nvSpPr>
          <p:cNvPr id="4" name="Text Placeholder 3"/>
          <p:cNvSpPr>
            <a:spLocks noGrp="1"/>
          </p:cNvSpPr>
          <p:nvPr>
            <p:ph type="body" sz="half" idx="2"/>
          </p:nvPr>
        </p:nvSpPr>
        <p:spPr>
          <a:xfrm>
            <a:off x="1295399" y="3255432"/>
            <a:ext cx="6241816" cy="1828800"/>
          </a:xfrm>
        </p:spPr>
        <p:txBody>
          <a:bodyPr anchor="t">
            <a:normAutofit/>
          </a:bodyPr>
          <a:lstStyle>
            <a:lvl1pPr marL="0" indent="0" algn="ctr">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C4311607-6453-4BCE-BD12-5ED163617AFD}" type="datetimeFigureOut">
              <a:rPr lang="id-ID" smtClean="0"/>
              <a:t>19/03/2019</a:t>
            </a:fld>
            <a:endParaRPr lang="id-ID"/>
          </a:p>
        </p:txBody>
      </p:sp>
      <p:sp>
        <p:nvSpPr>
          <p:cNvPr id="6" name="Footer Placeholder 5"/>
          <p:cNvSpPr>
            <a:spLocks noGrp="1"/>
          </p:cNvSpPr>
          <p:nvPr>
            <p:ph type="ftr" sz="quarter" idx="11"/>
          </p:nvPr>
        </p:nvSpPr>
        <p:spPr/>
        <p:txBody>
          <a:bodyPr/>
          <a:lstStyle/>
          <a:p>
            <a:endParaRPr lang="id-ID"/>
          </a:p>
        </p:txBody>
      </p:sp>
      <p:sp>
        <p:nvSpPr>
          <p:cNvPr id="7" name="Slide Number Placeholder 6"/>
          <p:cNvSpPr>
            <a:spLocks noGrp="1"/>
          </p:cNvSpPr>
          <p:nvPr>
            <p:ph type="sldNum" sz="quarter" idx="12"/>
          </p:nvPr>
        </p:nvSpPr>
        <p:spPr/>
        <p:txBody>
          <a:bodyPr/>
          <a:lstStyle/>
          <a:p>
            <a:fld id="{0E1B81E8-567A-48FA-A5A0-A90C015593AE}" type="slidenum">
              <a:rPr lang="id-ID" smtClean="0"/>
              <a:t>‹#›</a:t>
            </a:fld>
            <a:endParaRPr lang="id-ID"/>
          </a:p>
        </p:txBody>
      </p:sp>
    </p:spTree>
    <p:extLst>
      <p:ext uri="{BB962C8B-B14F-4D97-AF65-F5344CB8AC3E}">
        <p14:creationId xmlns:p14="http://schemas.microsoft.com/office/powerpoint/2010/main" val="179316171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295401" y="4815415"/>
            <a:ext cx="9609666" cy="566738"/>
          </a:xfrm>
        </p:spPr>
        <p:txBody>
          <a:bodyPr anchor="b">
            <a:normAutofit/>
          </a:bodyPr>
          <a:lstStyle>
            <a:lvl1pPr algn="ctr">
              <a:defRPr sz="2400" b="0"/>
            </a:lvl1pPr>
          </a:lstStyle>
          <a:p>
            <a:r>
              <a:rPr lang="en-US" smtClean="0"/>
              <a:t>Click to edit Master title style</a:t>
            </a:r>
            <a:endParaRPr lang="en-US" dirty="0"/>
          </a:p>
        </p:txBody>
      </p:sp>
      <p:sp>
        <p:nvSpPr>
          <p:cNvPr id="3" name="Picture Placeholder 2"/>
          <p:cNvSpPr>
            <a:spLocks noGrp="1" noChangeAspect="1"/>
          </p:cNvSpPr>
          <p:nvPr>
            <p:ph type="pic" idx="1"/>
          </p:nvPr>
        </p:nvSpPr>
        <p:spPr>
          <a:xfrm>
            <a:off x="1041427" y="1041399"/>
            <a:ext cx="10105972" cy="3335869"/>
          </a:xfrm>
          <a:prstGeom prst="roundRect">
            <a:avLst>
              <a:gd name="adj" fmla="val 0"/>
            </a:avLst>
          </a:prstGeom>
          <a:ln w="57150" cmpd="thickThin">
            <a:solidFill>
              <a:schemeClr val="tx1">
                <a:lumMod val="50000"/>
                <a:lumOff val="50000"/>
              </a:schemeClr>
            </a:solidFill>
            <a:miter lim="800000"/>
          </a:ln>
          <a:effectLst>
            <a:innerShdw blurRad="57150" dist="38100" dir="14460000">
              <a:srgbClr val="000000">
                <a:alpha val="70000"/>
              </a:srgbClr>
            </a:inn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smtClean="0"/>
              <a:t>Click icon to add picture</a:t>
            </a:r>
            <a:endParaRPr lang="en-US" dirty="0"/>
          </a:p>
        </p:txBody>
      </p:sp>
      <p:sp>
        <p:nvSpPr>
          <p:cNvPr id="4" name="Text Placeholder 3"/>
          <p:cNvSpPr>
            <a:spLocks noGrp="1"/>
          </p:cNvSpPr>
          <p:nvPr>
            <p:ph type="body" sz="half" idx="2"/>
          </p:nvPr>
        </p:nvSpPr>
        <p:spPr>
          <a:xfrm>
            <a:off x="1295401" y="5382153"/>
            <a:ext cx="9609666" cy="493712"/>
          </a:xfrm>
        </p:spPr>
        <p:txBody>
          <a:bodyPr>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C4311607-6453-4BCE-BD12-5ED163617AFD}" type="datetimeFigureOut">
              <a:rPr lang="id-ID" smtClean="0"/>
              <a:t>19/03/2019</a:t>
            </a:fld>
            <a:endParaRPr lang="id-ID"/>
          </a:p>
        </p:txBody>
      </p:sp>
      <p:sp>
        <p:nvSpPr>
          <p:cNvPr id="6" name="Footer Placeholder 5"/>
          <p:cNvSpPr>
            <a:spLocks noGrp="1"/>
          </p:cNvSpPr>
          <p:nvPr>
            <p:ph type="ftr" sz="quarter" idx="11"/>
          </p:nvPr>
        </p:nvSpPr>
        <p:spPr/>
        <p:txBody>
          <a:bodyPr/>
          <a:lstStyle/>
          <a:p>
            <a:endParaRPr lang="id-ID"/>
          </a:p>
        </p:txBody>
      </p:sp>
      <p:sp>
        <p:nvSpPr>
          <p:cNvPr id="7" name="Slide Number Placeholder 6"/>
          <p:cNvSpPr>
            <a:spLocks noGrp="1"/>
          </p:cNvSpPr>
          <p:nvPr>
            <p:ph type="sldNum" sz="quarter" idx="12"/>
          </p:nvPr>
        </p:nvSpPr>
        <p:spPr/>
        <p:txBody>
          <a:bodyPr/>
          <a:lstStyle/>
          <a:p>
            <a:fld id="{0E1B81E8-567A-48FA-A5A0-A90C015593AE}" type="slidenum">
              <a:rPr lang="id-ID" smtClean="0"/>
              <a:t>‹#›</a:t>
            </a:fld>
            <a:endParaRPr lang="id-ID"/>
          </a:p>
        </p:txBody>
      </p:sp>
    </p:spTree>
    <p:extLst>
      <p:ext uri="{BB962C8B-B14F-4D97-AF65-F5344CB8AC3E}">
        <p14:creationId xmlns:p14="http://schemas.microsoft.com/office/powerpoint/2010/main" val="387421377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1303868" y="982132"/>
            <a:ext cx="9592732" cy="2954868"/>
          </a:xfrm>
        </p:spPr>
        <p:txBody>
          <a:bodyPr anchor="ctr">
            <a:normAutofit/>
          </a:bodyPr>
          <a:lstStyle>
            <a:lvl1pPr algn="ctr">
              <a:defRPr sz="3200" b="0" cap="none"/>
            </a:lvl1pPr>
          </a:lstStyle>
          <a:p>
            <a:r>
              <a:rPr lang="en-US" smtClean="0"/>
              <a:t>Click to edit Master title style</a:t>
            </a:r>
            <a:endParaRPr lang="en-US" dirty="0"/>
          </a:p>
        </p:txBody>
      </p:sp>
      <p:sp>
        <p:nvSpPr>
          <p:cNvPr id="3" name="Text Placeholder 2"/>
          <p:cNvSpPr>
            <a:spLocks noGrp="1"/>
          </p:cNvSpPr>
          <p:nvPr>
            <p:ph type="body" idx="1"/>
          </p:nvPr>
        </p:nvSpPr>
        <p:spPr>
          <a:xfrm>
            <a:off x="1303868" y="4343399"/>
            <a:ext cx="9592732" cy="1532467"/>
          </a:xfrm>
        </p:spPr>
        <p:txBody>
          <a:bodyPr anchor="ctr">
            <a:normAutofit/>
          </a:bodyPr>
          <a:lstStyle>
            <a:lvl1pPr marL="0" indent="0" algn="ct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C4311607-6453-4BCE-BD12-5ED163617AFD}" type="datetimeFigureOut">
              <a:rPr lang="id-ID" smtClean="0"/>
              <a:t>19/03/2019</a:t>
            </a:fld>
            <a:endParaRPr lang="id-ID"/>
          </a:p>
        </p:txBody>
      </p:sp>
      <p:sp>
        <p:nvSpPr>
          <p:cNvPr id="5" name="Footer Placeholder 4"/>
          <p:cNvSpPr>
            <a:spLocks noGrp="1"/>
          </p:cNvSpPr>
          <p:nvPr>
            <p:ph type="ftr" sz="quarter" idx="11"/>
          </p:nvPr>
        </p:nvSpPr>
        <p:spPr/>
        <p:txBody>
          <a:bodyPr/>
          <a:lstStyle/>
          <a:p>
            <a:endParaRPr lang="id-ID"/>
          </a:p>
        </p:txBody>
      </p:sp>
      <p:sp>
        <p:nvSpPr>
          <p:cNvPr id="6" name="Slide Number Placeholder 5"/>
          <p:cNvSpPr>
            <a:spLocks noGrp="1"/>
          </p:cNvSpPr>
          <p:nvPr>
            <p:ph type="sldNum" sz="quarter" idx="12"/>
          </p:nvPr>
        </p:nvSpPr>
        <p:spPr/>
        <p:txBody>
          <a:bodyPr/>
          <a:lstStyle/>
          <a:p>
            <a:fld id="{0E1B81E8-567A-48FA-A5A0-A90C015593AE}" type="slidenum">
              <a:rPr lang="id-ID" smtClean="0"/>
              <a:t>‹#›</a:t>
            </a:fld>
            <a:endParaRPr lang="id-ID"/>
          </a:p>
        </p:txBody>
      </p:sp>
      <p:cxnSp>
        <p:nvCxnSpPr>
          <p:cNvPr id="15" name="Straight Connector 14"/>
          <p:cNvCxnSpPr/>
          <p:nvPr/>
        </p:nvCxnSpPr>
        <p:spPr>
          <a:xfrm>
            <a:off x="1396169" y="4140199"/>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51361502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46213" y="982132"/>
            <a:ext cx="9296398" cy="2370668"/>
          </a:xfrm>
        </p:spPr>
        <p:txBody>
          <a:bodyPr anchor="ctr">
            <a:normAutofit/>
          </a:bodyPr>
          <a:lstStyle>
            <a:lvl1pPr algn="ctr">
              <a:defRPr sz="3200" b="0" cap="none">
                <a:solidFill>
                  <a:schemeClr val="tx1"/>
                </a:solidFill>
              </a:defRPr>
            </a:lvl1pPr>
          </a:lstStyle>
          <a:p>
            <a:r>
              <a:rPr lang="en-US" smtClean="0"/>
              <a:t>Click to edit Master title style</a:t>
            </a:r>
            <a:endParaRPr lang="en-US" dirty="0"/>
          </a:p>
        </p:txBody>
      </p:sp>
      <p:sp>
        <p:nvSpPr>
          <p:cNvPr id="10" name="Text Placeholder 9"/>
          <p:cNvSpPr>
            <a:spLocks noGrp="1"/>
          </p:cNvSpPr>
          <p:nvPr>
            <p:ph type="body" sz="quarter" idx="13"/>
          </p:nvPr>
        </p:nvSpPr>
        <p:spPr>
          <a:xfrm>
            <a:off x="1674812" y="3352800"/>
            <a:ext cx="8839202" cy="584200"/>
          </a:xfrm>
        </p:spPr>
        <p:txBody>
          <a:bodyPr anchor="ctr">
            <a:normAutofit/>
          </a:bodyPr>
          <a:lstStyle>
            <a:lvl1pPr marL="0" indent="0" algn="r">
              <a:buFontTx/>
              <a:buNone/>
              <a:defRPr sz="2000"/>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smtClean="0"/>
              <a:t>Click to edit Master text styles</a:t>
            </a:r>
          </a:p>
        </p:txBody>
      </p:sp>
      <p:sp>
        <p:nvSpPr>
          <p:cNvPr id="3" name="Text Placeholder 2"/>
          <p:cNvSpPr>
            <a:spLocks noGrp="1"/>
          </p:cNvSpPr>
          <p:nvPr>
            <p:ph type="body" idx="1"/>
          </p:nvPr>
        </p:nvSpPr>
        <p:spPr>
          <a:xfrm>
            <a:off x="1295401" y="4343399"/>
            <a:ext cx="9609666" cy="1532467"/>
          </a:xfrm>
        </p:spPr>
        <p:txBody>
          <a:bodyPr anchor="ctr">
            <a:normAutofit/>
          </a:bodyPr>
          <a:lstStyle>
            <a:lvl1pPr marL="0" indent="0" algn="ct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C4311607-6453-4BCE-BD12-5ED163617AFD}" type="datetimeFigureOut">
              <a:rPr lang="id-ID" smtClean="0"/>
              <a:t>19/03/2019</a:t>
            </a:fld>
            <a:endParaRPr lang="id-ID"/>
          </a:p>
        </p:txBody>
      </p:sp>
      <p:sp>
        <p:nvSpPr>
          <p:cNvPr id="5" name="Footer Placeholder 4"/>
          <p:cNvSpPr>
            <a:spLocks noGrp="1"/>
          </p:cNvSpPr>
          <p:nvPr>
            <p:ph type="ftr" sz="quarter" idx="11"/>
          </p:nvPr>
        </p:nvSpPr>
        <p:spPr/>
        <p:txBody>
          <a:bodyPr/>
          <a:lstStyle/>
          <a:p>
            <a:endParaRPr lang="id-ID"/>
          </a:p>
        </p:txBody>
      </p:sp>
      <p:sp>
        <p:nvSpPr>
          <p:cNvPr id="6" name="Slide Number Placeholder 5"/>
          <p:cNvSpPr>
            <a:spLocks noGrp="1"/>
          </p:cNvSpPr>
          <p:nvPr>
            <p:ph type="sldNum" sz="quarter" idx="12"/>
          </p:nvPr>
        </p:nvSpPr>
        <p:spPr/>
        <p:txBody>
          <a:bodyPr/>
          <a:lstStyle/>
          <a:p>
            <a:fld id="{0E1B81E8-567A-48FA-A5A0-A90C015593AE}" type="slidenum">
              <a:rPr lang="id-ID" smtClean="0"/>
              <a:t>‹#›</a:t>
            </a:fld>
            <a:endParaRPr lang="id-ID"/>
          </a:p>
        </p:txBody>
      </p:sp>
      <p:sp>
        <p:nvSpPr>
          <p:cNvPr id="14" name="TextBox 13"/>
          <p:cNvSpPr txBox="1"/>
          <p:nvPr/>
        </p:nvSpPr>
        <p:spPr>
          <a:xfrm>
            <a:off x="862013" y="879961"/>
            <a:ext cx="609600" cy="584776"/>
          </a:xfrm>
          <a:prstGeom prst="rect">
            <a:avLst/>
          </a:prstGeom>
        </p:spPr>
        <p:txBody>
          <a:bodyPr vert="horz" lIns="91440" tIns="45720" rIns="91440" bIns="45720" rtlCol="0" anchor="ctr">
            <a:noAutofit/>
          </a:bodyPr>
          <a:lstStyle/>
          <a:p>
            <a:pPr lvl="0"/>
            <a:r>
              <a:rPr lang="en-US" sz="8000" dirty="0">
                <a:solidFill>
                  <a:schemeClr val="tx1"/>
                </a:solidFill>
                <a:effectLst/>
              </a:rPr>
              <a:t>“</a:t>
            </a:r>
          </a:p>
        </p:txBody>
      </p:sp>
      <p:sp>
        <p:nvSpPr>
          <p:cNvPr id="15" name="TextBox 14"/>
          <p:cNvSpPr txBox="1"/>
          <p:nvPr/>
        </p:nvSpPr>
        <p:spPr>
          <a:xfrm>
            <a:off x="10600267" y="2827870"/>
            <a:ext cx="609600" cy="584776"/>
          </a:xfrm>
          <a:prstGeom prst="rect">
            <a:avLst/>
          </a:prstGeom>
        </p:spPr>
        <p:txBody>
          <a:bodyPr vert="horz" lIns="91440" tIns="45720" rIns="91440" bIns="45720" rtlCol="0" anchor="ctr">
            <a:noAutofit/>
          </a:bodyPr>
          <a:lstStyle/>
          <a:p>
            <a:pPr lvl="0" algn="r"/>
            <a:r>
              <a:rPr lang="en-US" sz="8000" dirty="0">
                <a:solidFill>
                  <a:schemeClr val="tx1"/>
                </a:solidFill>
                <a:effectLst/>
              </a:rPr>
              <a:t>”</a:t>
            </a:r>
          </a:p>
        </p:txBody>
      </p:sp>
      <p:cxnSp>
        <p:nvCxnSpPr>
          <p:cNvPr id="19" name="Straight Connector 18"/>
          <p:cNvCxnSpPr/>
          <p:nvPr/>
        </p:nvCxnSpPr>
        <p:spPr>
          <a:xfrm>
            <a:off x="1396169" y="4140199"/>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4288706996"/>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1295402" y="3308581"/>
            <a:ext cx="9609668" cy="1468800"/>
          </a:xfrm>
        </p:spPr>
        <p:txBody>
          <a:bodyPr anchor="b">
            <a:normAutofit/>
          </a:bodyPr>
          <a:lstStyle>
            <a:lvl1pPr algn="l">
              <a:defRPr sz="3200" b="0" cap="none"/>
            </a:lvl1pPr>
          </a:lstStyle>
          <a:p>
            <a:r>
              <a:rPr lang="en-US" smtClean="0"/>
              <a:t>Click to edit Master title style</a:t>
            </a:r>
            <a:endParaRPr lang="en-US" dirty="0"/>
          </a:p>
        </p:txBody>
      </p:sp>
      <p:sp>
        <p:nvSpPr>
          <p:cNvPr id="3" name="Text Placeholder 2"/>
          <p:cNvSpPr>
            <a:spLocks noGrp="1"/>
          </p:cNvSpPr>
          <p:nvPr>
            <p:ph type="body" idx="1"/>
          </p:nvPr>
        </p:nvSpPr>
        <p:spPr>
          <a:xfrm>
            <a:off x="1295401" y="4777381"/>
            <a:ext cx="9609668" cy="860400"/>
          </a:xfrm>
        </p:spPr>
        <p:txBody>
          <a:bodyPr anchor="t">
            <a:normAutofit/>
          </a:bodyPr>
          <a:lstStyle>
            <a:lvl1pPr marL="0" indent="0" algn="l">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C4311607-6453-4BCE-BD12-5ED163617AFD}" type="datetimeFigureOut">
              <a:rPr lang="id-ID" smtClean="0"/>
              <a:t>19/03/2019</a:t>
            </a:fld>
            <a:endParaRPr lang="id-ID"/>
          </a:p>
        </p:txBody>
      </p:sp>
      <p:sp>
        <p:nvSpPr>
          <p:cNvPr id="5" name="Footer Placeholder 4"/>
          <p:cNvSpPr>
            <a:spLocks noGrp="1"/>
          </p:cNvSpPr>
          <p:nvPr>
            <p:ph type="ftr" sz="quarter" idx="11"/>
          </p:nvPr>
        </p:nvSpPr>
        <p:spPr/>
        <p:txBody>
          <a:bodyPr/>
          <a:lstStyle/>
          <a:p>
            <a:endParaRPr lang="id-ID"/>
          </a:p>
        </p:txBody>
      </p:sp>
      <p:sp>
        <p:nvSpPr>
          <p:cNvPr id="6" name="Slide Number Placeholder 5"/>
          <p:cNvSpPr>
            <a:spLocks noGrp="1"/>
          </p:cNvSpPr>
          <p:nvPr>
            <p:ph type="sldNum" sz="quarter" idx="12"/>
          </p:nvPr>
        </p:nvSpPr>
        <p:spPr/>
        <p:txBody>
          <a:bodyPr/>
          <a:lstStyle/>
          <a:p>
            <a:fld id="{0E1B81E8-567A-48FA-A5A0-A90C015593AE}" type="slidenum">
              <a:rPr lang="id-ID" smtClean="0"/>
              <a:t>‹#›</a:t>
            </a:fld>
            <a:endParaRPr lang="id-ID"/>
          </a:p>
        </p:txBody>
      </p:sp>
    </p:spTree>
    <p:extLst>
      <p:ext uri="{BB962C8B-B14F-4D97-AF65-F5344CB8AC3E}">
        <p14:creationId xmlns:p14="http://schemas.microsoft.com/office/powerpoint/2010/main" val="4238172037"/>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1446213" y="982132"/>
            <a:ext cx="9296398" cy="2243668"/>
          </a:xfrm>
        </p:spPr>
        <p:txBody>
          <a:bodyPr anchor="ctr">
            <a:normAutofit/>
          </a:bodyPr>
          <a:lstStyle>
            <a:lvl1pPr algn="ctr">
              <a:defRPr sz="3200" b="0" cap="none">
                <a:solidFill>
                  <a:schemeClr val="tx1"/>
                </a:solidFill>
              </a:defRPr>
            </a:lvl1pPr>
          </a:lstStyle>
          <a:p>
            <a:r>
              <a:rPr lang="en-US" smtClean="0"/>
              <a:t>Click to edit Master title style</a:t>
            </a:r>
            <a:endParaRPr lang="en-US" dirty="0"/>
          </a:p>
        </p:txBody>
      </p:sp>
      <p:sp>
        <p:nvSpPr>
          <p:cNvPr id="16" name="Text Placeholder 2"/>
          <p:cNvSpPr>
            <a:spLocks noGrp="1"/>
          </p:cNvSpPr>
          <p:nvPr>
            <p:ph type="body" idx="13"/>
          </p:nvPr>
        </p:nvSpPr>
        <p:spPr>
          <a:xfrm>
            <a:off x="1295401" y="3639312"/>
            <a:ext cx="9609668" cy="886968"/>
          </a:xfrm>
        </p:spPr>
        <p:txBody>
          <a:bodyPr anchor="b">
            <a:normAutofit/>
          </a:bodyPr>
          <a:lstStyle>
            <a:lvl1pPr marL="0" indent="0" algn="l">
              <a:spcBef>
                <a:spcPts val="0"/>
              </a:spcBef>
              <a:buNone/>
              <a:defRPr sz="24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3" name="Text Placeholder 2"/>
          <p:cNvSpPr>
            <a:spLocks noGrp="1"/>
          </p:cNvSpPr>
          <p:nvPr>
            <p:ph type="body" idx="1"/>
          </p:nvPr>
        </p:nvSpPr>
        <p:spPr>
          <a:xfrm>
            <a:off x="1295401" y="4529667"/>
            <a:ext cx="9609668" cy="1346200"/>
          </a:xfrm>
        </p:spPr>
        <p:txBody>
          <a:bodyPr anchor="t">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C4311607-6453-4BCE-BD12-5ED163617AFD}" type="datetimeFigureOut">
              <a:rPr lang="id-ID" smtClean="0"/>
              <a:t>19/03/2019</a:t>
            </a:fld>
            <a:endParaRPr lang="id-ID"/>
          </a:p>
        </p:txBody>
      </p:sp>
      <p:sp>
        <p:nvSpPr>
          <p:cNvPr id="5" name="Footer Placeholder 4"/>
          <p:cNvSpPr>
            <a:spLocks noGrp="1"/>
          </p:cNvSpPr>
          <p:nvPr>
            <p:ph type="ftr" sz="quarter" idx="11"/>
          </p:nvPr>
        </p:nvSpPr>
        <p:spPr/>
        <p:txBody>
          <a:bodyPr/>
          <a:lstStyle/>
          <a:p>
            <a:endParaRPr lang="id-ID"/>
          </a:p>
        </p:txBody>
      </p:sp>
      <p:sp>
        <p:nvSpPr>
          <p:cNvPr id="6" name="Slide Number Placeholder 5"/>
          <p:cNvSpPr>
            <a:spLocks noGrp="1"/>
          </p:cNvSpPr>
          <p:nvPr>
            <p:ph type="sldNum" sz="quarter" idx="12"/>
          </p:nvPr>
        </p:nvSpPr>
        <p:spPr/>
        <p:txBody>
          <a:bodyPr/>
          <a:lstStyle/>
          <a:p>
            <a:fld id="{0E1B81E8-567A-48FA-A5A0-A90C015593AE}" type="slidenum">
              <a:rPr lang="id-ID" smtClean="0"/>
              <a:t>‹#›</a:t>
            </a:fld>
            <a:endParaRPr lang="id-ID"/>
          </a:p>
        </p:txBody>
      </p:sp>
      <p:sp>
        <p:nvSpPr>
          <p:cNvPr id="12" name="TextBox 11"/>
          <p:cNvSpPr txBox="1"/>
          <p:nvPr/>
        </p:nvSpPr>
        <p:spPr>
          <a:xfrm>
            <a:off x="862013" y="879961"/>
            <a:ext cx="609600" cy="584776"/>
          </a:xfrm>
          <a:prstGeom prst="rect">
            <a:avLst/>
          </a:prstGeom>
        </p:spPr>
        <p:txBody>
          <a:bodyPr vert="horz" lIns="91440" tIns="45720" rIns="91440" bIns="45720" rtlCol="0" anchor="ctr">
            <a:noAutofit/>
          </a:bodyPr>
          <a:lstStyle/>
          <a:p>
            <a:pPr lvl="0"/>
            <a:r>
              <a:rPr lang="en-US" sz="8000" dirty="0">
                <a:solidFill>
                  <a:schemeClr val="tx1"/>
                </a:solidFill>
                <a:effectLst/>
              </a:rPr>
              <a:t>“</a:t>
            </a:r>
          </a:p>
        </p:txBody>
      </p:sp>
      <p:sp>
        <p:nvSpPr>
          <p:cNvPr id="13" name="TextBox 12"/>
          <p:cNvSpPr txBox="1"/>
          <p:nvPr/>
        </p:nvSpPr>
        <p:spPr>
          <a:xfrm>
            <a:off x="10600267" y="2599261"/>
            <a:ext cx="609600" cy="584776"/>
          </a:xfrm>
          <a:prstGeom prst="rect">
            <a:avLst/>
          </a:prstGeom>
        </p:spPr>
        <p:txBody>
          <a:bodyPr vert="horz" lIns="91440" tIns="45720" rIns="91440" bIns="45720" rtlCol="0" anchor="ctr">
            <a:noAutofit/>
          </a:bodyPr>
          <a:lstStyle/>
          <a:p>
            <a:pPr lvl="0" algn="r"/>
            <a:r>
              <a:rPr lang="en-US" sz="8000" dirty="0">
                <a:solidFill>
                  <a:schemeClr val="tx1"/>
                </a:solidFill>
                <a:effectLst/>
              </a:rPr>
              <a:t>”</a:t>
            </a:r>
          </a:p>
        </p:txBody>
      </p:sp>
      <p:cxnSp>
        <p:nvCxnSpPr>
          <p:cNvPr id="26" name="Straight Connector 25"/>
          <p:cNvCxnSpPr/>
          <p:nvPr/>
        </p:nvCxnSpPr>
        <p:spPr>
          <a:xfrm>
            <a:off x="1396169" y="3429000"/>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352851409"/>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1295401" y="982132"/>
            <a:ext cx="9609666" cy="2243668"/>
          </a:xfrm>
        </p:spPr>
        <p:txBody>
          <a:bodyPr vert="horz" lIns="91440" tIns="45720" rIns="91440" bIns="45720" rtlCol="0" anchor="ctr">
            <a:normAutofit/>
          </a:bodyPr>
          <a:lstStyle>
            <a:lvl1pPr>
              <a:defRPr lang="en-US" b="0" dirty="0"/>
            </a:lvl1pPr>
          </a:lstStyle>
          <a:p>
            <a:pPr marL="0" lvl="0"/>
            <a:r>
              <a:rPr lang="en-US" smtClean="0"/>
              <a:t>Click to edit Master title style</a:t>
            </a:r>
            <a:endParaRPr lang="en-US" dirty="0"/>
          </a:p>
        </p:txBody>
      </p:sp>
      <p:sp>
        <p:nvSpPr>
          <p:cNvPr id="14" name="Text Placeholder 2"/>
          <p:cNvSpPr>
            <a:spLocks noGrp="1"/>
          </p:cNvSpPr>
          <p:nvPr>
            <p:ph type="body" idx="13"/>
          </p:nvPr>
        </p:nvSpPr>
        <p:spPr>
          <a:xfrm>
            <a:off x="1295401" y="3630168"/>
            <a:ext cx="9609668" cy="841248"/>
          </a:xfrm>
        </p:spPr>
        <p:txBody>
          <a:bodyPr anchor="b">
            <a:normAutofit/>
          </a:bodyPr>
          <a:lstStyle>
            <a:lvl1pPr marL="0" indent="0" algn="l">
              <a:spcBef>
                <a:spcPts val="0"/>
              </a:spcBef>
              <a:buNone/>
              <a:defRPr sz="2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3" name="Text Placeholder 2"/>
          <p:cNvSpPr>
            <a:spLocks noGrp="1"/>
          </p:cNvSpPr>
          <p:nvPr>
            <p:ph type="body" idx="1"/>
          </p:nvPr>
        </p:nvSpPr>
        <p:spPr>
          <a:xfrm>
            <a:off x="1295400" y="4470399"/>
            <a:ext cx="9609670" cy="1405467"/>
          </a:xfrm>
        </p:spPr>
        <p:txBody>
          <a:bodyPr anchor="t">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C4311607-6453-4BCE-BD12-5ED163617AFD}" type="datetimeFigureOut">
              <a:rPr lang="id-ID" smtClean="0"/>
              <a:t>19/03/2019</a:t>
            </a:fld>
            <a:endParaRPr lang="id-ID"/>
          </a:p>
        </p:txBody>
      </p:sp>
      <p:sp>
        <p:nvSpPr>
          <p:cNvPr id="5" name="Footer Placeholder 4"/>
          <p:cNvSpPr>
            <a:spLocks noGrp="1"/>
          </p:cNvSpPr>
          <p:nvPr>
            <p:ph type="ftr" sz="quarter" idx="11"/>
          </p:nvPr>
        </p:nvSpPr>
        <p:spPr/>
        <p:txBody>
          <a:bodyPr/>
          <a:lstStyle/>
          <a:p>
            <a:endParaRPr lang="id-ID"/>
          </a:p>
        </p:txBody>
      </p:sp>
      <p:sp>
        <p:nvSpPr>
          <p:cNvPr id="6" name="Slide Number Placeholder 5"/>
          <p:cNvSpPr>
            <a:spLocks noGrp="1"/>
          </p:cNvSpPr>
          <p:nvPr>
            <p:ph type="sldNum" sz="quarter" idx="12"/>
          </p:nvPr>
        </p:nvSpPr>
        <p:spPr/>
        <p:txBody>
          <a:bodyPr/>
          <a:lstStyle/>
          <a:p>
            <a:fld id="{0E1B81E8-567A-48FA-A5A0-A90C015593AE}" type="slidenum">
              <a:rPr lang="id-ID" smtClean="0"/>
              <a:t>‹#›</a:t>
            </a:fld>
            <a:endParaRPr lang="id-ID"/>
          </a:p>
        </p:txBody>
      </p:sp>
      <p:cxnSp>
        <p:nvCxnSpPr>
          <p:cNvPr id="15" name="Straight Connector 14"/>
          <p:cNvCxnSpPr/>
          <p:nvPr/>
        </p:nvCxnSpPr>
        <p:spPr>
          <a:xfrm>
            <a:off x="1396169" y="3429000"/>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77112569"/>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lgn="ctr">
              <a:defRPr/>
            </a:lvl1pPr>
          </a:lstStyle>
          <a:p>
            <a:r>
              <a:rPr lang="en-US" smtClean="0"/>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C4311607-6453-4BCE-BD12-5ED163617AFD}" type="datetimeFigureOut">
              <a:rPr lang="id-ID" smtClean="0"/>
              <a:t>19/03/2019</a:t>
            </a:fld>
            <a:endParaRPr lang="id-ID"/>
          </a:p>
        </p:txBody>
      </p:sp>
      <p:sp>
        <p:nvSpPr>
          <p:cNvPr id="5" name="Footer Placeholder 4"/>
          <p:cNvSpPr>
            <a:spLocks noGrp="1"/>
          </p:cNvSpPr>
          <p:nvPr>
            <p:ph type="ftr" sz="quarter" idx="11"/>
          </p:nvPr>
        </p:nvSpPr>
        <p:spPr/>
        <p:txBody>
          <a:bodyPr/>
          <a:lstStyle/>
          <a:p>
            <a:endParaRPr lang="id-ID"/>
          </a:p>
        </p:txBody>
      </p:sp>
      <p:sp>
        <p:nvSpPr>
          <p:cNvPr id="6" name="Slide Number Placeholder 5"/>
          <p:cNvSpPr>
            <a:spLocks noGrp="1"/>
          </p:cNvSpPr>
          <p:nvPr>
            <p:ph type="sldNum" sz="quarter" idx="12"/>
          </p:nvPr>
        </p:nvSpPr>
        <p:spPr/>
        <p:txBody>
          <a:bodyPr/>
          <a:lstStyle/>
          <a:p>
            <a:fld id="{0E1B81E8-567A-48FA-A5A0-A90C015593AE}" type="slidenum">
              <a:rPr lang="id-ID" smtClean="0"/>
              <a:t>‹#›</a:t>
            </a:fld>
            <a:endParaRPr lang="id-ID"/>
          </a:p>
        </p:txBody>
      </p:sp>
      <p:cxnSp>
        <p:nvCxnSpPr>
          <p:cNvPr id="14" name="Straight Connector 13"/>
          <p:cNvCxnSpPr/>
          <p:nvPr/>
        </p:nvCxnSpPr>
        <p:spPr>
          <a:xfrm>
            <a:off x="1396169" y="2421466"/>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112846341"/>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999356" y="982131"/>
            <a:ext cx="1890895" cy="4893735"/>
          </a:xfrm>
        </p:spPr>
        <p:txBody>
          <a:bodyPr vert="eaVert"/>
          <a:lstStyle/>
          <a:p>
            <a:r>
              <a:rPr lang="en-US" smtClean="0"/>
              <a:t>Click to edit Master title style</a:t>
            </a:r>
            <a:endParaRPr lang="en-US" dirty="0"/>
          </a:p>
        </p:txBody>
      </p:sp>
      <p:sp>
        <p:nvSpPr>
          <p:cNvPr id="3" name="Vertical Text Placeholder 2"/>
          <p:cNvSpPr>
            <a:spLocks noGrp="1"/>
          </p:cNvSpPr>
          <p:nvPr>
            <p:ph type="body" orient="vert" idx="1"/>
          </p:nvPr>
        </p:nvSpPr>
        <p:spPr>
          <a:xfrm>
            <a:off x="1295398" y="982132"/>
            <a:ext cx="7433025" cy="4893734"/>
          </a:xfrm>
        </p:spPr>
        <p:txBody>
          <a:bodyPr vert="eaVert" ancho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C4311607-6453-4BCE-BD12-5ED163617AFD}" type="datetimeFigureOut">
              <a:rPr lang="id-ID" smtClean="0"/>
              <a:t>19/03/2019</a:t>
            </a:fld>
            <a:endParaRPr lang="id-ID"/>
          </a:p>
        </p:txBody>
      </p:sp>
      <p:sp>
        <p:nvSpPr>
          <p:cNvPr id="5" name="Footer Placeholder 4"/>
          <p:cNvSpPr>
            <a:spLocks noGrp="1"/>
          </p:cNvSpPr>
          <p:nvPr>
            <p:ph type="ftr" sz="quarter" idx="11"/>
          </p:nvPr>
        </p:nvSpPr>
        <p:spPr/>
        <p:txBody>
          <a:bodyPr/>
          <a:lstStyle/>
          <a:p>
            <a:endParaRPr lang="id-ID"/>
          </a:p>
        </p:txBody>
      </p:sp>
      <p:sp>
        <p:nvSpPr>
          <p:cNvPr id="6" name="Slide Number Placeholder 5"/>
          <p:cNvSpPr>
            <a:spLocks noGrp="1"/>
          </p:cNvSpPr>
          <p:nvPr>
            <p:ph type="sldNum" sz="quarter" idx="12"/>
          </p:nvPr>
        </p:nvSpPr>
        <p:spPr/>
        <p:txBody>
          <a:bodyPr/>
          <a:lstStyle/>
          <a:p>
            <a:fld id="{0E1B81E8-567A-48FA-A5A0-A90C015593AE}" type="slidenum">
              <a:rPr lang="id-ID" smtClean="0"/>
              <a:t>‹#›</a:t>
            </a:fld>
            <a:endParaRPr lang="id-ID"/>
          </a:p>
        </p:txBody>
      </p:sp>
      <p:cxnSp>
        <p:nvCxnSpPr>
          <p:cNvPr id="14" name="Straight Connector 13"/>
          <p:cNvCxnSpPr/>
          <p:nvPr/>
        </p:nvCxnSpPr>
        <p:spPr>
          <a:xfrm>
            <a:off x="8863890" y="990600"/>
            <a:ext cx="0" cy="487680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75982378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image" Target="../media/image4.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3.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1"/>
      </p:bgRef>
    </p:bg>
    <p:spTree>
      <p:nvGrpSpPr>
        <p:cNvPr id="1" name=""/>
        <p:cNvGrpSpPr/>
        <p:nvPr/>
      </p:nvGrpSpPr>
      <p:grpSpPr>
        <a:xfrm>
          <a:off x="0" y="0"/>
          <a:ext cx="0" cy="0"/>
          <a:chOff x="0" y="0"/>
          <a:chExt cx="0" cy="0"/>
        </a:xfrm>
      </p:grpSpPr>
      <p:grpSp>
        <p:nvGrpSpPr>
          <p:cNvPr id="7" name="Group 6"/>
          <p:cNvGrpSpPr/>
          <p:nvPr/>
        </p:nvGrpSpPr>
        <p:grpSpPr>
          <a:xfrm>
            <a:off x="0" y="0"/>
            <a:ext cx="12188825" cy="6856215"/>
            <a:chOff x="0" y="0"/>
            <a:chExt cx="12188825" cy="6856215"/>
          </a:xfrm>
        </p:grpSpPr>
        <p:pic>
          <p:nvPicPr>
            <p:cNvPr id="8" name="Picture 7" descr="HD-PanelContent-V.png"/>
            <p:cNvPicPr>
              <a:picLocks noChangeAspect="1"/>
            </p:cNvPicPr>
            <p:nvPr/>
          </p:nvPicPr>
          <p:blipFill>
            <a:blip r:embed="rId19">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9" name="Rectangle 8"/>
            <p:cNvSpPr/>
            <p:nvPr/>
          </p:nvSpPr>
          <p:spPr>
            <a:xfrm>
              <a:off x="608012" y="609600"/>
              <a:ext cx="10972800" cy="5638800"/>
            </a:xfrm>
            <a:prstGeom prst="rect">
              <a:avLst/>
            </a:prstGeom>
            <a:noFill/>
            <a:ln w="15875" cap="flat">
              <a:miter lim="800000"/>
            </a:ln>
          </p:spPr>
          <p:style>
            <a:lnRef idx="1">
              <a:schemeClr val="accent1"/>
            </a:lnRef>
            <a:fillRef idx="3">
              <a:schemeClr val="accent1"/>
            </a:fillRef>
            <a:effectRef idx="2">
              <a:schemeClr val="accent1"/>
            </a:effectRef>
            <a:fontRef idx="minor">
              <a:schemeClr val="lt1"/>
            </a:fontRef>
          </p:style>
        </p:sp>
        <p:pic>
          <p:nvPicPr>
            <p:cNvPr id="10" name="Picture 9" descr="HDRibbonContent-UniformTrim.png"/>
            <p:cNvPicPr>
              <a:picLocks noChangeAspect="1"/>
            </p:cNvPicPr>
            <p:nvPr/>
          </p:nvPicPr>
          <p:blipFill rotWithShape="1">
            <a:blip r:embed="rId20">
              <a:extLst>
                <a:ext uri="{28A0092B-C50C-407E-A947-70E740481C1C}">
                  <a14:useLocalDpi xmlns:a14="http://schemas.microsoft.com/office/drawing/2010/main" val="0"/>
                </a:ext>
              </a:extLst>
            </a:blip>
            <a:srcRect r="5093"/>
            <a:stretch/>
          </p:blipFill>
          <p:spPr>
            <a:xfrm rot="5400000">
              <a:off x="5706471" y="76265"/>
              <a:ext cx="758952" cy="606425"/>
            </a:xfrm>
            <a:prstGeom prst="rect">
              <a:avLst/>
            </a:prstGeom>
          </p:spPr>
        </p:pic>
        <p:pic>
          <p:nvPicPr>
            <p:cNvPr id="11" name="Picture 10" descr="HDRibbonContent-UniformTrim.png"/>
            <p:cNvPicPr>
              <a:picLocks noChangeAspect="1"/>
            </p:cNvPicPr>
            <p:nvPr/>
          </p:nvPicPr>
          <p:blipFill rotWithShape="1">
            <a:blip r:embed="rId20">
              <a:extLst>
                <a:ext uri="{28A0092B-C50C-407E-A947-70E740481C1C}">
                  <a14:useLocalDpi xmlns:a14="http://schemas.microsoft.com/office/drawing/2010/main" val="0"/>
                </a:ext>
              </a:extLst>
            </a:blip>
            <a:srcRect r="5093"/>
            <a:stretch/>
          </p:blipFill>
          <p:spPr>
            <a:xfrm rot="5400000">
              <a:off x="5706470" y="6173526"/>
              <a:ext cx="758952" cy="606425"/>
            </a:xfrm>
            <a:prstGeom prst="rect">
              <a:avLst/>
            </a:prstGeom>
          </p:spPr>
        </p:pic>
      </p:grpSp>
      <p:sp>
        <p:nvSpPr>
          <p:cNvPr id="2" name="Title Placeholder 1"/>
          <p:cNvSpPr>
            <a:spLocks noGrp="1"/>
          </p:cNvSpPr>
          <p:nvPr>
            <p:ph type="title"/>
          </p:nvPr>
        </p:nvSpPr>
        <p:spPr>
          <a:xfrm>
            <a:off x="1295402" y="982132"/>
            <a:ext cx="9601196" cy="1303867"/>
          </a:xfrm>
          <a:prstGeom prst="rect">
            <a:avLst/>
          </a:prstGeom>
          <a:effectLst/>
        </p:spPr>
        <p:txBody>
          <a:bodyPr vert="horz" lIns="91440" tIns="45720" rIns="91440" bIns="45720" rtlCol="0" anchor="ctr">
            <a:normAutofit/>
          </a:bodyPr>
          <a:lstStyle/>
          <a:p>
            <a:r>
              <a:rPr lang="en-US" smtClean="0"/>
              <a:t>Click to edit Master title style</a:t>
            </a:r>
            <a:endParaRPr lang="en-US" dirty="0"/>
          </a:p>
        </p:txBody>
      </p:sp>
      <p:sp>
        <p:nvSpPr>
          <p:cNvPr id="3" name="Text Placeholder 2"/>
          <p:cNvSpPr>
            <a:spLocks noGrp="1"/>
          </p:cNvSpPr>
          <p:nvPr>
            <p:ph type="body" idx="1"/>
          </p:nvPr>
        </p:nvSpPr>
        <p:spPr>
          <a:xfrm>
            <a:off x="1295401" y="2556932"/>
            <a:ext cx="9601196" cy="3318936"/>
          </a:xfrm>
          <a:prstGeom prst="rect">
            <a:avLst/>
          </a:prstGeom>
        </p:spPr>
        <p:txBody>
          <a:bodyPr vert="horz" lIns="91440" tIns="45720" rIns="91440" bIns="45720" rtlCol="0" anchor="t">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2"/>
          </p:nvPr>
        </p:nvSpPr>
        <p:spPr>
          <a:xfrm>
            <a:off x="8677501" y="5969000"/>
            <a:ext cx="1600200" cy="279400"/>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fld id="{C4311607-6453-4BCE-BD12-5ED163617AFD}" type="datetimeFigureOut">
              <a:rPr lang="id-ID" smtClean="0"/>
              <a:t>19/03/2019</a:t>
            </a:fld>
            <a:endParaRPr lang="id-ID"/>
          </a:p>
        </p:txBody>
      </p:sp>
      <p:sp>
        <p:nvSpPr>
          <p:cNvPr id="5" name="Footer Placeholder 4"/>
          <p:cNvSpPr>
            <a:spLocks noGrp="1"/>
          </p:cNvSpPr>
          <p:nvPr>
            <p:ph type="ftr" sz="quarter" idx="3"/>
          </p:nvPr>
        </p:nvSpPr>
        <p:spPr>
          <a:xfrm>
            <a:off x="1295401" y="5969000"/>
            <a:ext cx="7305900" cy="279400"/>
          </a:xfrm>
          <a:prstGeom prst="rect">
            <a:avLst/>
          </a:prstGeom>
        </p:spPr>
        <p:txBody>
          <a:bodyPr vert="horz" lIns="91440" tIns="45720" rIns="91440" bIns="45720" rtlCol="0" anchor="ctr"/>
          <a:lstStyle>
            <a:lvl1pPr algn="l">
              <a:defRPr sz="1000" b="0" i="0">
                <a:solidFill>
                  <a:schemeClr val="tx1"/>
                </a:solidFill>
                <a:effectLst/>
                <a:latin typeface="+mn-lt"/>
              </a:defRPr>
            </a:lvl1pPr>
          </a:lstStyle>
          <a:p>
            <a:endParaRPr lang="id-ID"/>
          </a:p>
        </p:txBody>
      </p:sp>
      <p:sp>
        <p:nvSpPr>
          <p:cNvPr id="6" name="Slide Number Placeholder 5"/>
          <p:cNvSpPr>
            <a:spLocks noGrp="1"/>
          </p:cNvSpPr>
          <p:nvPr>
            <p:ph type="sldNum" sz="quarter" idx="4"/>
          </p:nvPr>
        </p:nvSpPr>
        <p:spPr>
          <a:xfrm>
            <a:off x="10353901" y="5969000"/>
            <a:ext cx="542697" cy="279400"/>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fld id="{0E1B81E8-567A-48FA-A5A0-A90C015593AE}" type="slidenum">
              <a:rPr lang="id-ID" smtClean="0"/>
              <a:t>‹#›</a:t>
            </a:fld>
            <a:endParaRPr lang="id-ID"/>
          </a:p>
        </p:txBody>
      </p:sp>
    </p:spTree>
    <p:extLst>
      <p:ext uri="{BB962C8B-B14F-4D97-AF65-F5344CB8AC3E}">
        <p14:creationId xmlns:p14="http://schemas.microsoft.com/office/powerpoint/2010/main" val="1997676758"/>
      </p:ext>
    </p:extLst>
  </p:cSld>
  <p:clrMap bg1="lt1" tx1="dk1" bg2="lt2" tx2="dk2" accent1="accent1" accent2="accent2" accent3="accent3" accent4="accent4" accent5="accent5" accent6="accent6" hlink="hlink" folHlink="folHlink"/>
  <p:sldLayoutIdLst>
    <p:sldLayoutId id="2147483786" r:id="rId1"/>
    <p:sldLayoutId id="2147483787" r:id="rId2"/>
    <p:sldLayoutId id="2147483788" r:id="rId3"/>
    <p:sldLayoutId id="2147483789" r:id="rId4"/>
    <p:sldLayoutId id="2147483790" r:id="rId5"/>
    <p:sldLayoutId id="2147483791" r:id="rId6"/>
    <p:sldLayoutId id="2147483792" r:id="rId7"/>
    <p:sldLayoutId id="2147483793" r:id="rId8"/>
    <p:sldLayoutId id="2147483794" r:id="rId9"/>
    <p:sldLayoutId id="2147483795" r:id="rId10"/>
    <p:sldLayoutId id="2147483796" r:id="rId11"/>
    <p:sldLayoutId id="2147483797" r:id="rId12"/>
    <p:sldLayoutId id="2147483798" r:id="rId13"/>
    <p:sldLayoutId id="2147483799" r:id="rId14"/>
    <p:sldLayoutId id="2147483800" r:id="rId15"/>
    <p:sldLayoutId id="2147483801" r:id="rId16"/>
    <p:sldLayoutId id="2147483802" r:id="rId17"/>
  </p:sldLayoutIdLst>
  <p:txStyles>
    <p:titleStyle>
      <a:lvl1pPr algn="ctr" defTabSz="457200" rtl="0" eaLnBrk="1" latinLnBrk="0" hangingPunct="1">
        <a:spcBef>
          <a:spcPct val="0"/>
        </a:spcBef>
        <a:buNone/>
        <a:defRPr sz="4400" kern="1200" cap="none">
          <a:ln w="3175" cmpd="sng">
            <a:noFill/>
          </a:ln>
          <a:solidFill>
            <a:schemeClr val="tx1">
              <a:lumMod val="85000"/>
              <a:lumOff val="15000"/>
            </a:schemeClr>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85750" indent="-285750" algn="l" defTabSz="457200" rtl="0" eaLnBrk="1" latinLnBrk="0" hangingPunct="1">
        <a:spcBef>
          <a:spcPct val="20000"/>
        </a:spcBef>
        <a:spcAft>
          <a:spcPts val="600"/>
        </a:spcAft>
        <a:buClr>
          <a:schemeClr val="accent1"/>
        </a:buClr>
        <a:buSzPct val="115000"/>
        <a:buFont typeface="Arial"/>
        <a:buChar char="•"/>
        <a:defRPr sz="2400" kern="1200" cap="none">
          <a:solidFill>
            <a:schemeClr val="tx1">
              <a:lumMod val="85000"/>
              <a:lumOff val="15000"/>
            </a:schemeClr>
          </a:solidFill>
          <a:effectLst/>
          <a:latin typeface="+mn-lt"/>
          <a:ea typeface="+mn-ea"/>
          <a:cs typeface="+mn-cs"/>
        </a:defRPr>
      </a:lvl1pPr>
      <a:lvl2pPr marL="742950" indent="-285750" algn="l" defTabSz="457200" rtl="0" eaLnBrk="1" latinLnBrk="0" hangingPunct="1">
        <a:spcBef>
          <a:spcPct val="20000"/>
        </a:spcBef>
        <a:spcAft>
          <a:spcPts val="600"/>
        </a:spcAft>
        <a:buClr>
          <a:schemeClr val="accent1"/>
        </a:buClr>
        <a:buSzPct val="115000"/>
        <a:buFont typeface="Arial"/>
        <a:buChar char="•"/>
        <a:defRPr sz="2000" kern="1200" cap="none">
          <a:solidFill>
            <a:schemeClr val="tx1">
              <a:lumMod val="85000"/>
              <a:lumOff val="15000"/>
            </a:schemeClr>
          </a:solidFill>
          <a:effectLst/>
          <a:latin typeface="+mn-lt"/>
          <a:ea typeface="+mn-ea"/>
          <a:cs typeface="+mn-cs"/>
        </a:defRPr>
      </a:lvl2pPr>
      <a:lvl3pPr marL="1200150" indent="-285750" algn="l" defTabSz="457200" rtl="0" eaLnBrk="1" latinLnBrk="0" hangingPunct="1">
        <a:spcBef>
          <a:spcPct val="20000"/>
        </a:spcBef>
        <a:spcAft>
          <a:spcPts val="600"/>
        </a:spcAft>
        <a:buClr>
          <a:schemeClr val="accent1"/>
        </a:buClr>
        <a:buSzPct val="115000"/>
        <a:buFont typeface="Arial"/>
        <a:buChar char="•"/>
        <a:defRPr sz="1800" kern="1200" cap="none">
          <a:solidFill>
            <a:schemeClr val="tx1">
              <a:lumMod val="85000"/>
              <a:lumOff val="15000"/>
            </a:schemeClr>
          </a:solidFill>
          <a:effectLst/>
          <a:latin typeface="+mn-lt"/>
          <a:ea typeface="+mn-ea"/>
          <a:cs typeface="+mn-cs"/>
        </a:defRPr>
      </a:lvl3pPr>
      <a:lvl4pPr marL="1543050" indent="-171450" algn="l" defTabSz="457200" rtl="0" eaLnBrk="1" latinLnBrk="0" hangingPunct="1">
        <a:spcBef>
          <a:spcPct val="20000"/>
        </a:spcBef>
        <a:spcAft>
          <a:spcPts val="600"/>
        </a:spcAft>
        <a:buClr>
          <a:schemeClr val="accent1"/>
        </a:buClr>
        <a:buSzPct val="115000"/>
        <a:buFont typeface="Arial"/>
        <a:buChar char="•"/>
        <a:defRPr sz="1600" kern="1200" cap="none">
          <a:solidFill>
            <a:schemeClr val="tx1">
              <a:lumMod val="85000"/>
              <a:lumOff val="15000"/>
            </a:schemeClr>
          </a:solidFill>
          <a:effectLst/>
          <a:latin typeface="+mn-lt"/>
          <a:ea typeface="+mn-ea"/>
          <a:cs typeface="+mn-cs"/>
        </a:defRPr>
      </a:lvl4pPr>
      <a:lvl5pPr marL="2000250" indent="-17145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5pPr>
      <a:lvl6pPr marL="25146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6pPr>
      <a:lvl7pPr marL="29718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7pPr>
      <a:lvl8pPr marL="34290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8pPr>
      <a:lvl9pPr marL="38862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7.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5.xml.rels><?xml version="1.0" encoding="UTF-8" standalone="yes"?>
<Relationships xmlns="http://schemas.openxmlformats.org/package/2006/relationships"><Relationship Id="rId3" Type="http://schemas.openxmlformats.org/officeDocument/2006/relationships/diagramLayout" Target="../diagrams/layout2.xml"/><Relationship Id="rId2" Type="http://schemas.openxmlformats.org/officeDocument/2006/relationships/diagramData" Target="../diagrams/data2.xml"/><Relationship Id="rId1" Type="http://schemas.openxmlformats.org/officeDocument/2006/relationships/slideLayout" Target="../slideLayouts/slideLayout7.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6.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3" Type="http://schemas.openxmlformats.org/officeDocument/2006/relationships/diagramLayout" Target="../diagrams/layout3.xml"/><Relationship Id="rId7" Type="http://schemas.openxmlformats.org/officeDocument/2006/relationships/image" Target="../media/image16.png"/><Relationship Id="rId2" Type="http://schemas.openxmlformats.org/officeDocument/2006/relationships/diagramData" Target="../diagrams/data3.xml"/><Relationship Id="rId1" Type="http://schemas.openxmlformats.org/officeDocument/2006/relationships/slideLayout" Target="../slideLayouts/slideLayout7.xml"/><Relationship Id="rId6" Type="http://schemas.microsoft.com/office/2007/relationships/diagramDrawing" Target="../diagrams/drawing3.xml"/><Relationship Id="rId5" Type="http://schemas.openxmlformats.org/officeDocument/2006/relationships/diagramColors" Target="../diagrams/colors3.xml"/><Relationship Id="rId4" Type="http://schemas.openxmlformats.org/officeDocument/2006/relationships/diagramQuickStyle" Target="../diagrams/quickStyle3.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2692398" y="3245713"/>
            <a:ext cx="6815669" cy="823768"/>
          </a:xfrm>
        </p:spPr>
        <p:txBody>
          <a:bodyPr/>
          <a:lstStyle/>
          <a:p>
            <a:r>
              <a:rPr lang="id-ID" dirty="0" smtClean="0"/>
              <a:t/>
            </a:r>
            <a:br>
              <a:rPr lang="id-ID" dirty="0" smtClean="0"/>
            </a:br>
            <a:r>
              <a:rPr lang="id-ID" dirty="0"/>
              <a:t/>
            </a:r>
            <a:br>
              <a:rPr lang="id-ID" dirty="0"/>
            </a:br>
            <a:r>
              <a:rPr lang="id-ID" sz="3000" dirty="0" smtClean="0"/>
              <a:t>Case Project</a:t>
            </a:r>
            <a:r>
              <a:rPr lang="id-ID" dirty="0" smtClean="0"/>
              <a:t/>
            </a:r>
            <a:br>
              <a:rPr lang="id-ID" dirty="0" smtClean="0"/>
            </a:br>
            <a:r>
              <a:rPr lang="id-ID" sz="6000" dirty="0" smtClean="0"/>
              <a:t>Product Analyst</a:t>
            </a:r>
            <a:r>
              <a:rPr lang="id-ID" dirty="0" smtClean="0"/>
              <a:t/>
            </a:r>
            <a:br>
              <a:rPr lang="id-ID" dirty="0" smtClean="0"/>
            </a:br>
            <a:endParaRPr lang="id-ID" dirty="0"/>
          </a:p>
        </p:txBody>
      </p:sp>
      <p:sp>
        <p:nvSpPr>
          <p:cNvPr id="3" name="Subtitle 2"/>
          <p:cNvSpPr>
            <a:spLocks noGrp="1"/>
          </p:cNvSpPr>
          <p:nvPr>
            <p:ph type="subTitle" idx="1"/>
          </p:nvPr>
        </p:nvSpPr>
        <p:spPr/>
        <p:txBody>
          <a:bodyPr>
            <a:normAutofit/>
          </a:bodyPr>
          <a:lstStyle/>
          <a:p>
            <a:pPr algn="l"/>
            <a:r>
              <a:rPr lang="id-ID" sz="1900" dirty="0" smtClean="0"/>
              <a:t>Dataset : Womens Clothing E-Commerce</a:t>
            </a:r>
          </a:p>
          <a:p>
            <a:pPr algn="l"/>
            <a:r>
              <a:rPr lang="id-ID" sz="1900" dirty="0" smtClean="0"/>
              <a:t>Link : https://github.com/rahmat14/Case-Project---Product-Analyst-</a:t>
            </a:r>
            <a:endParaRPr lang="id-ID" sz="1900" dirty="0"/>
          </a:p>
        </p:txBody>
      </p:sp>
    </p:spTree>
    <p:extLst>
      <p:ext uri="{BB962C8B-B14F-4D97-AF65-F5344CB8AC3E}">
        <p14:creationId xmlns:p14="http://schemas.microsoft.com/office/powerpoint/2010/main" val="339316591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5"/>
          <p:cNvSpPr/>
          <p:nvPr/>
        </p:nvSpPr>
        <p:spPr>
          <a:xfrm>
            <a:off x="1390918" y="2551837"/>
            <a:ext cx="9453093" cy="2400657"/>
          </a:xfrm>
          <a:prstGeom prst="rect">
            <a:avLst/>
          </a:prstGeom>
        </p:spPr>
        <p:txBody>
          <a:bodyPr wrap="square">
            <a:spAutoFit/>
          </a:bodyPr>
          <a:lstStyle/>
          <a:p>
            <a:r>
              <a:rPr lang="id-ID" sz="2500" dirty="0" smtClean="0">
                <a:solidFill>
                  <a:schemeClr val="bg2">
                    <a:lumMod val="10000"/>
                  </a:schemeClr>
                </a:solidFill>
                <a:latin typeface="+mj-lt"/>
                <a:cs typeface="Times New Roman" panose="02020603050405020304" pitchFamily="18" charset="0"/>
              </a:rPr>
              <a:t>Pada case project ini menggunakan dataset </a:t>
            </a:r>
          </a:p>
          <a:p>
            <a:r>
              <a:rPr lang="id-ID" sz="2500" dirty="0" smtClean="0">
                <a:solidFill>
                  <a:schemeClr val="bg2">
                    <a:lumMod val="10000"/>
                  </a:schemeClr>
                </a:solidFill>
                <a:latin typeface="+mj-lt"/>
                <a:cs typeface="Times New Roman" panose="02020603050405020304" pitchFamily="18" charset="0"/>
              </a:rPr>
              <a:t>“Women Clothing E-Commerce” yang berisi ulasan penilaian kualitas beberapa produk. Case project ini akan menganalisis kualitas suatu produk berdasarkan pada informasi apakah produk diberikan rekomendasi atau tidak, maksud dari diberikan rekomendasi adalah produk tersebut mendapatkan penilaian baik untuk dijual. </a:t>
            </a:r>
            <a:endParaRPr lang="id-ID" sz="2500" dirty="0">
              <a:solidFill>
                <a:schemeClr val="bg2">
                  <a:lumMod val="10000"/>
                </a:schemeClr>
              </a:solidFill>
              <a:latin typeface="+mj-lt"/>
              <a:cs typeface="Times New Roman" panose="02020603050405020304" pitchFamily="18" charset="0"/>
            </a:endParaRPr>
          </a:p>
        </p:txBody>
      </p:sp>
      <p:sp>
        <p:nvSpPr>
          <p:cNvPr id="7" name="Rectangle 6"/>
          <p:cNvSpPr/>
          <p:nvPr/>
        </p:nvSpPr>
        <p:spPr>
          <a:xfrm>
            <a:off x="2906332" y="1583775"/>
            <a:ext cx="6096000" cy="861774"/>
          </a:xfrm>
          <a:prstGeom prst="rect">
            <a:avLst/>
          </a:prstGeom>
        </p:spPr>
        <p:txBody>
          <a:bodyPr>
            <a:spAutoFit/>
          </a:bodyPr>
          <a:lstStyle/>
          <a:p>
            <a:pPr algn="ctr"/>
            <a:r>
              <a:rPr lang="id-ID" sz="5000" dirty="0" smtClean="0">
                <a:latin typeface="+mj-lt"/>
                <a:cs typeface="Times New Roman" panose="02020603050405020304" pitchFamily="18" charset="0"/>
              </a:rPr>
              <a:t>Dataset Review</a:t>
            </a:r>
            <a:endParaRPr lang="id-ID" sz="5000" dirty="0">
              <a:latin typeface="+mj-lt"/>
              <a:cs typeface="Times New Roman" panose="02020603050405020304" pitchFamily="18" charset="0"/>
            </a:endParaRPr>
          </a:p>
        </p:txBody>
      </p:sp>
    </p:spTree>
    <p:extLst>
      <p:ext uri="{BB962C8B-B14F-4D97-AF65-F5344CB8AC3E}">
        <p14:creationId xmlns:p14="http://schemas.microsoft.com/office/powerpoint/2010/main" val="258724269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a:xfrm>
            <a:off x="1295402" y="1394260"/>
            <a:ext cx="9601196" cy="1303867"/>
          </a:xfrm>
        </p:spPr>
        <p:txBody>
          <a:bodyPr>
            <a:normAutofit/>
          </a:bodyPr>
          <a:lstStyle/>
          <a:p>
            <a:r>
              <a:rPr lang="id-ID" sz="5000" dirty="0" smtClean="0"/>
              <a:t>Informasi Dataset</a:t>
            </a:r>
            <a:endParaRPr lang="id-ID" sz="5000" dirty="0"/>
          </a:p>
        </p:txBody>
      </p:sp>
      <p:sp>
        <p:nvSpPr>
          <p:cNvPr id="3" name="Content Placeholder 2"/>
          <p:cNvSpPr>
            <a:spLocks noGrp="1"/>
          </p:cNvSpPr>
          <p:nvPr>
            <p:ph idx="1"/>
          </p:nvPr>
        </p:nvSpPr>
        <p:spPr/>
        <p:txBody>
          <a:bodyPr>
            <a:normAutofit fontScale="55000" lnSpcReduction="20000"/>
          </a:bodyPr>
          <a:lstStyle/>
          <a:p>
            <a:pPr marL="0" indent="0">
              <a:buNone/>
            </a:pPr>
            <a:r>
              <a:rPr lang="id-ID" dirty="0" smtClean="0"/>
              <a:t>Data yang digunakan merupakan data cross section yang terdapat 23.486 baris data dan terdiri atas 10 informasi sebagai berikut :</a:t>
            </a:r>
          </a:p>
          <a:p>
            <a:pPr lvl="0"/>
            <a:r>
              <a:rPr lang="id-ID" dirty="0" smtClean="0"/>
              <a:t>Clothing ID 		: Kode unik pada suatu produk (Kategori Nominal)</a:t>
            </a:r>
          </a:p>
          <a:p>
            <a:pPr lvl="0"/>
            <a:r>
              <a:rPr lang="id-ID" dirty="0" smtClean="0"/>
              <a:t>Age			: Umur penilai (Kagetori Ordinal)</a:t>
            </a:r>
          </a:p>
          <a:p>
            <a:pPr lvl="0"/>
            <a:r>
              <a:rPr lang="id-ID" dirty="0" smtClean="0"/>
              <a:t>Title			: Judul atas penilaian produk oleh penilai (String) </a:t>
            </a:r>
          </a:p>
          <a:p>
            <a:pPr lvl="0"/>
            <a:r>
              <a:rPr lang="id-ID" dirty="0" smtClean="0"/>
              <a:t>Review Text		: Ulasan pelanggan atas penilaian produk oleh penilai (String) </a:t>
            </a:r>
          </a:p>
          <a:p>
            <a:pPr lvl="0"/>
            <a:r>
              <a:rPr lang="id-ID" dirty="0" smtClean="0"/>
              <a:t>Rating			: Peringkat atas penilaian produk oleh penilai (Kagetori Ordinal)</a:t>
            </a:r>
          </a:p>
          <a:p>
            <a:pPr lvl="0"/>
            <a:r>
              <a:rPr lang="id-ID" dirty="0" smtClean="0"/>
              <a:t>Recommended IND	: Rekomenadsi penilaian produk oleh penilai (Kagetori Ordinal) </a:t>
            </a:r>
          </a:p>
          <a:p>
            <a:pPr lvl="0"/>
            <a:r>
              <a:rPr lang="id-ID" dirty="0" smtClean="0"/>
              <a:t>Positive Feedback	: Jumlah penilai lain yang memberikan penilaian positif pada produk (Numerik Rasio)</a:t>
            </a:r>
          </a:p>
          <a:p>
            <a:pPr lvl="0"/>
            <a:r>
              <a:rPr lang="id-ID" dirty="0" smtClean="0"/>
              <a:t>Division Name		: Nama divisi dari suatu produk (Kategori Nominal)</a:t>
            </a:r>
          </a:p>
          <a:p>
            <a:pPr lvl="0"/>
            <a:r>
              <a:rPr lang="id-ID" dirty="0" smtClean="0"/>
              <a:t>Department Name	: Nama departement dari suatu produk (Kategori Nominal)</a:t>
            </a:r>
          </a:p>
          <a:p>
            <a:pPr lvl="0"/>
            <a:r>
              <a:rPr lang="id-ID" dirty="0" smtClean="0"/>
              <a:t>Class Name		: Nama kelas dari suatu produk (Kagetori Nominal)</a:t>
            </a:r>
          </a:p>
          <a:p>
            <a:endParaRPr lang="id-ID" dirty="0"/>
          </a:p>
        </p:txBody>
      </p:sp>
    </p:spTree>
    <p:extLst>
      <p:ext uri="{BB962C8B-B14F-4D97-AF65-F5344CB8AC3E}">
        <p14:creationId xmlns:p14="http://schemas.microsoft.com/office/powerpoint/2010/main" val="206051169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1371600" y="634934"/>
            <a:ext cx="9601200" cy="1000683"/>
          </a:xfrm>
        </p:spPr>
        <p:txBody>
          <a:bodyPr/>
          <a:lstStyle/>
          <a:p>
            <a:r>
              <a:rPr lang="id-ID" dirty="0" smtClean="0"/>
              <a:t>Tahapan Analisis</a:t>
            </a:r>
            <a:endParaRPr lang="id-ID" dirty="0"/>
          </a:p>
        </p:txBody>
      </p:sp>
      <p:graphicFrame>
        <p:nvGraphicFramePr>
          <p:cNvPr id="5" name="Diagram 4"/>
          <p:cNvGraphicFramePr/>
          <p:nvPr>
            <p:extLst>
              <p:ext uri="{D42A27DB-BD31-4B8C-83A1-F6EECF244321}">
                <p14:modId xmlns:p14="http://schemas.microsoft.com/office/powerpoint/2010/main" val="2164721880"/>
              </p:ext>
            </p:extLst>
          </p:nvPr>
        </p:nvGraphicFramePr>
        <p:xfrm>
          <a:off x="-1313646" y="1468190"/>
          <a:ext cx="13909183" cy="4430333"/>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77057753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1323304" y="441751"/>
            <a:ext cx="9601200" cy="1303337"/>
          </a:xfrm>
        </p:spPr>
        <p:txBody>
          <a:bodyPr/>
          <a:lstStyle/>
          <a:p>
            <a:r>
              <a:rPr lang="id-ID" dirty="0" smtClean="0"/>
              <a:t>Software Analisis</a:t>
            </a:r>
            <a:endParaRPr lang="id-ID" dirty="0"/>
          </a:p>
        </p:txBody>
      </p:sp>
      <p:graphicFrame>
        <p:nvGraphicFramePr>
          <p:cNvPr id="7" name="Diagram 6"/>
          <p:cNvGraphicFramePr/>
          <p:nvPr>
            <p:extLst>
              <p:ext uri="{D42A27DB-BD31-4B8C-83A1-F6EECF244321}">
                <p14:modId xmlns:p14="http://schemas.microsoft.com/office/powerpoint/2010/main" val="2259729889"/>
              </p:ext>
            </p:extLst>
          </p:nvPr>
        </p:nvGraphicFramePr>
        <p:xfrm>
          <a:off x="3013656" y="1745088"/>
          <a:ext cx="5705341" cy="3870102"/>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307519397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06191" y="656821"/>
            <a:ext cx="1836309" cy="463641"/>
          </a:xfrm>
        </p:spPr>
        <p:txBody>
          <a:bodyPr>
            <a:normAutofit fontScale="90000"/>
          </a:bodyPr>
          <a:lstStyle/>
          <a:p>
            <a:r>
              <a:rPr lang="id-ID" sz="3000" b="1" dirty="0" smtClean="0">
                <a:solidFill>
                  <a:schemeClr val="accent1"/>
                </a:solidFill>
                <a:cs typeface="Times New Roman" panose="02020603050405020304" pitchFamily="18" charset="0"/>
              </a:rPr>
              <a:t>Analisis v1</a:t>
            </a:r>
            <a:endParaRPr lang="id-ID" sz="3000" b="1" dirty="0">
              <a:solidFill>
                <a:schemeClr val="accent1"/>
              </a:solidFill>
              <a:cs typeface="Times New Roman" panose="02020603050405020304" pitchFamily="18" charset="0"/>
            </a:endParaRPr>
          </a:p>
        </p:txBody>
      </p:sp>
      <p:pic>
        <p:nvPicPr>
          <p:cNvPr id="4" name="Picture 3"/>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706191" y="1120462"/>
            <a:ext cx="10807522" cy="3979571"/>
          </a:xfrm>
          <a:prstGeom prst="rect">
            <a:avLst/>
          </a:prstGeom>
          <a:noFill/>
        </p:spPr>
      </p:pic>
      <p:sp>
        <p:nvSpPr>
          <p:cNvPr id="5" name="Title 1"/>
          <p:cNvSpPr txBox="1">
            <a:spLocks/>
          </p:cNvSpPr>
          <p:nvPr/>
        </p:nvSpPr>
        <p:spPr>
          <a:xfrm>
            <a:off x="719070" y="5100034"/>
            <a:ext cx="10794643" cy="953036"/>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id-ID" sz="1800" dirty="0">
                <a:solidFill>
                  <a:schemeClr val="tx2">
                    <a:lumMod val="90000"/>
                    <a:lumOff val="10000"/>
                  </a:schemeClr>
                </a:solidFill>
              </a:rPr>
              <a:t>Penilaian pelanggan tidak menunjukan perbedaan secaara keseluruhan untuk merekomendasikan produk berdasarkan Class Product yang mencapai </a:t>
            </a:r>
            <a:r>
              <a:rPr lang="id-ID" sz="1800" b="1" dirty="0">
                <a:solidFill>
                  <a:schemeClr val="tx2">
                    <a:lumMod val="90000"/>
                    <a:lumOff val="10000"/>
                  </a:schemeClr>
                </a:solidFill>
              </a:rPr>
              <a:t>80%</a:t>
            </a:r>
            <a:r>
              <a:rPr lang="id-ID" sz="1800" dirty="0">
                <a:solidFill>
                  <a:schemeClr val="tx2">
                    <a:lumMod val="90000"/>
                    <a:lumOff val="10000"/>
                  </a:schemeClr>
                </a:solidFill>
              </a:rPr>
              <a:t> kecuali pada Class Product </a:t>
            </a:r>
            <a:r>
              <a:rPr lang="id-ID" sz="1800" b="1" dirty="0">
                <a:solidFill>
                  <a:schemeClr val="tx2">
                    <a:lumMod val="90000"/>
                    <a:lumOff val="10000"/>
                  </a:schemeClr>
                </a:solidFill>
              </a:rPr>
              <a:t>Trend </a:t>
            </a:r>
            <a:r>
              <a:rPr lang="id-ID" sz="1800" dirty="0">
                <a:solidFill>
                  <a:schemeClr val="tx2">
                    <a:lumMod val="90000"/>
                    <a:lumOff val="10000"/>
                  </a:schemeClr>
                </a:solidFill>
              </a:rPr>
              <a:t>yang mencapai </a:t>
            </a:r>
            <a:r>
              <a:rPr lang="id-ID" sz="1800" b="1" dirty="0">
                <a:solidFill>
                  <a:schemeClr val="tx2">
                    <a:lumMod val="90000"/>
                    <a:lumOff val="10000"/>
                  </a:schemeClr>
                </a:solidFill>
              </a:rPr>
              <a:t>74%. </a:t>
            </a:r>
            <a:r>
              <a:rPr lang="id-ID" sz="1800" dirty="0">
                <a:solidFill>
                  <a:schemeClr val="tx2">
                    <a:lumMod val="90000"/>
                    <a:lumOff val="10000"/>
                  </a:schemeClr>
                </a:solidFill>
              </a:rPr>
              <a:t>Penjelasan infromasi ini menyakinkan bahwa penilai memiliki karakteristik penilaian secara homogen</a:t>
            </a:r>
            <a:endParaRPr lang="id-ID" sz="1800" dirty="0">
              <a:solidFill>
                <a:schemeClr val="tx2">
                  <a:lumMod val="90000"/>
                  <a:lumOff val="10000"/>
                </a:schemeClr>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93710938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06191" y="656821"/>
            <a:ext cx="1836309" cy="463641"/>
          </a:xfrm>
        </p:spPr>
        <p:txBody>
          <a:bodyPr>
            <a:normAutofit fontScale="90000"/>
          </a:bodyPr>
          <a:lstStyle/>
          <a:p>
            <a:r>
              <a:rPr lang="id-ID" sz="3000" b="1" dirty="0" smtClean="0">
                <a:solidFill>
                  <a:schemeClr val="accent1"/>
                </a:solidFill>
                <a:cs typeface="Times New Roman" panose="02020603050405020304" pitchFamily="18" charset="0"/>
              </a:rPr>
              <a:t>Analisis v2</a:t>
            </a:r>
            <a:endParaRPr lang="id-ID" sz="3000" b="1" dirty="0">
              <a:solidFill>
                <a:schemeClr val="accent1"/>
              </a:solidFill>
              <a:cs typeface="Times New Roman" panose="02020603050405020304" pitchFamily="18" charset="0"/>
            </a:endParaRPr>
          </a:p>
        </p:txBody>
      </p:sp>
      <p:sp>
        <p:nvSpPr>
          <p:cNvPr id="5" name="Title 1"/>
          <p:cNvSpPr txBox="1">
            <a:spLocks/>
          </p:cNvSpPr>
          <p:nvPr/>
        </p:nvSpPr>
        <p:spPr>
          <a:xfrm>
            <a:off x="719070" y="5100034"/>
            <a:ext cx="10794643" cy="953036"/>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id-ID" sz="1800" dirty="0" smtClean="0"/>
              <a:t>Penilaian yang homogen dari keseluruhan penilai terpusat pada pemberian nilai </a:t>
            </a:r>
            <a:r>
              <a:rPr lang="id-ID" sz="1800" b="1" dirty="0" smtClean="0"/>
              <a:t>Rating 5</a:t>
            </a:r>
            <a:r>
              <a:rPr lang="id-ID" sz="1800" dirty="0" smtClean="0"/>
              <a:t> pada setiap produk berdasarkan Class Product melebihi </a:t>
            </a:r>
            <a:r>
              <a:rPr lang="id-ID" sz="1800" b="1" dirty="0" smtClean="0"/>
              <a:t>50%</a:t>
            </a:r>
            <a:r>
              <a:rPr lang="id-ID" sz="1800" dirty="0" smtClean="0"/>
              <a:t>. Informasi ini dapat kita jadikan sebagai standar dasar batas bawah dalam mengevaluasi produk</a:t>
            </a:r>
            <a:endParaRPr lang="id-ID" sz="2000" dirty="0">
              <a:latin typeface="Times New Roman" panose="02020603050405020304" pitchFamily="18" charset="0"/>
              <a:cs typeface="Times New Roman" panose="02020603050405020304" pitchFamily="18" charset="0"/>
            </a:endParaRPr>
          </a:p>
        </p:txBody>
      </p:sp>
      <p:pic>
        <p:nvPicPr>
          <p:cNvPr id="6" name="Picture 5"/>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719071" y="1120462"/>
            <a:ext cx="10794642" cy="3979571"/>
          </a:xfrm>
          <a:prstGeom prst="rect">
            <a:avLst/>
          </a:prstGeom>
          <a:noFill/>
        </p:spPr>
      </p:pic>
      <p:sp>
        <p:nvSpPr>
          <p:cNvPr id="7" name="Title 1"/>
          <p:cNvSpPr txBox="1">
            <a:spLocks/>
          </p:cNvSpPr>
          <p:nvPr/>
        </p:nvSpPr>
        <p:spPr>
          <a:xfrm>
            <a:off x="719070" y="656821"/>
            <a:ext cx="1836309" cy="463641"/>
          </a:xfrm>
          <a:prstGeom prst="rect">
            <a:avLst/>
          </a:prstGeom>
          <a:effectLst/>
        </p:spPr>
        <p:txBody>
          <a:bodyPr vert="horz" lIns="91440" tIns="45720" rIns="91440" bIns="45720" rtlCol="0" anchor="ctr">
            <a:normAutofit fontScale="90000" lnSpcReduction="10000"/>
          </a:bodyPr>
          <a:lstStyle>
            <a:lvl1pPr algn="ctr" defTabSz="457200" rtl="0" eaLnBrk="1" latinLnBrk="0" hangingPunct="1">
              <a:spcBef>
                <a:spcPct val="0"/>
              </a:spcBef>
              <a:buNone/>
              <a:defRPr sz="4400" kern="1200" cap="none">
                <a:ln w="3175" cmpd="sng">
                  <a:noFill/>
                </a:ln>
                <a:solidFill>
                  <a:schemeClr val="tx1">
                    <a:lumMod val="85000"/>
                    <a:lumOff val="15000"/>
                  </a:schemeClr>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id-ID" sz="3000" b="1" smtClean="0">
                <a:solidFill>
                  <a:schemeClr val="accent1"/>
                </a:solidFill>
                <a:cs typeface="Times New Roman" panose="02020603050405020304" pitchFamily="18" charset="0"/>
              </a:rPr>
              <a:t>Analisis v2</a:t>
            </a:r>
            <a:endParaRPr lang="id-ID" sz="3000" b="1" dirty="0">
              <a:solidFill>
                <a:schemeClr val="accent1"/>
              </a:solidFill>
              <a:cs typeface="Times New Roman" panose="02020603050405020304" pitchFamily="18" charset="0"/>
            </a:endParaRPr>
          </a:p>
        </p:txBody>
      </p:sp>
    </p:spTree>
    <p:extLst>
      <p:ext uri="{BB962C8B-B14F-4D97-AF65-F5344CB8AC3E}">
        <p14:creationId xmlns:p14="http://schemas.microsoft.com/office/powerpoint/2010/main" val="56923028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06191" y="656821"/>
            <a:ext cx="1836309" cy="463641"/>
          </a:xfrm>
        </p:spPr>
        <p:txBody>
          <a:bodyPr>
            <a:normAutofit fontScale="90000"/>
          </a:bodyPr>
          <a:lstStyle/>
          <a:p>
            <a:r>
              <a:rPr lang="id-ID" sz="3000" b="1" dirty="0" smtClean="0">
                <a:solidFill>
                  <a:schemeClr val="accent1"/>
                </a:solidFill>
                <a:cs typeface="Times New Roman" panose="02020603050405020304" pitchFamily="18" charset="0"/>
              </a:rPr>
              <a:t>Analisis v3</a:t>
            </a:r>
            <a:endParaRPr lang="id-ID" sz="3000" b="1" dirty="0">
              <a:solidFill>
                <a:schemeClr val="accent1"/>
              </a:solidFill>
              <a:cs typeface="Times New Roman" panose="02020603050405020304" pitchFamily="18" charset="0"/>
            </a:endParaRPr>
          </a:p>
        </p:txBody>
      </p:sp>
      <p:sp>
        <p:nvSpPr>
          <p:cNvPr id="5" name="Title 1"/>
          <p:cNvSpPr txBox="1">
            <a:spLocks/>
          </p:cNvSpPr>
          <p:nvPr/>
        </p:nvSpPr>
        <p:spPr>
          <a:xfrm>
            <a:off x="719070" y="5100034"/>
            <a:ext cx="10794643" cy="953036"/>
          </a:xfrm>
          <a:prstGeom prst="rect">
            <a:avLst/>
          </a:prstGeom>
        </p:spPr>
        <p:txBody>
          <a:bodyPr vert="horz" lIns="91440" tIns="45720" rIns="91440" bIns="45720" rtlCol="0" anchor="ctr">
            <a:normAutofit fontScale="92500" lnSpcReduction="1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id-ID" sz="1800" dirty="0" smtClean="0"/>
              <a:t>Secara subjektif diambil </a:t>
            </a:r>
            <a:r>
              <a:rPr lang="id-ID" sz="1800" b="1" dirty="0" smtClean="0"/>
              <a:t>22 produk</a:t>
            </a:r>
            <a:r>
              <a:rPr lang="id-ID" sz="1800" dirty="0" smtClean="0"/>
              <a:t> untuk dianalisis yang minimal memenuhi </a:t>
            </a:r>
            <a:r>
              <a:rPr lang="id-ID" sz="1800" b="1" dirty="0" smtClean="0"/>
              <a:t>1% dari total penilaian</a:t>
            </a:r>
            <a:r>
              <a:rPr lang="id-ID" sz="1800" dirty="0" smtClean="0"/>
              <a:t>. Informasi yang dapat disimpulkan bahwa tidak ada respon negatif / buruk dari penilaian yang dilakukan, hal ini dapat menjadi </a:t>
            </a:r>
            <a:r>
              <a:rPr lang="id-ID" sz="1800" b="1" dirty="0" smtClean="0"/>
              <a:t>masalah serius</a:t>
            </a:r>
            <a:r>
              <a:rPr lang="id-ID" sz="1800" dirty="0" smtClean="0"/>
              <a:t> bila penilain dari penilai yang memiliki </a:t>
            </a:r>
            <a:r>
              <a:rPr lang="id-ID" sz="1800" b="1" dirty="0" smtClean="0"/>
              <a:t>karakteristik homogen</a:t>
            </a:r>
            <a:r>
              <a:rPr lang="id-ID" sz="1800" dirty="0" smtClean="0"/>
              <a:t> ini berbanding terbalik terhadap penilaian sampel yang lebih luas lagi, maka diperlukan beberapa informasi tambahan untuk mendapatkan </a:t>
            </a:r>
            <a:r>
              <a:rPr lang="id-ID" sz="1800" b="1" dirty="0" smtClean="0"/>
              <a:t>informasi yang semakin detail</a:t>
            </a:r>
            <a:r>
              <a:rPr lang="id-ID" sz="1800" dirty="0" smtClean="0"/>
              <a:t> lagi</a:t>
            </a:r>
            <a:endParaRPr lang="id-ID" sz="2000" dirty="0">
              <a:latin typeface="Times New Roman" panose="02020603050405020304" pitchFamily="18" charset="0"/>
              <a:cs typeface="Times New Roman" panose="02020603050405020304" pitchFamily="18" charset="0"/>
            </a:endParaRPr>
          </a:p>
        </p:txBody>
      </p:sp>
      <p:pic>
        <p:nvPicPr>
          <p:cNvPr id="7" name="Picture 6"/>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719070" y="1120462"/>
            <a:ext cx="10794643" cy="3992450"/>
          </a:xfrm>
          <a:prstGeom prst="rect">
            <a:avLst/>
          </a:prstGeom>
          <a:noFill/>
        </p:spPr>
      </p:pic>
    </p:spTree>
    <p:extLst>
      <p:ext uri="{BB962C8B-B14F-4D97-AF65-F5344CB8AC3E}">
        <p14:creationId xmlns:p14="http://schemas.microsoft.com/office/powerpoint/2010/main" val="343622369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1"/>
          <p:cNvSpPr txBox="1">
            <a:spLocks/>
          </p:cNvSpPr>
          <p:nvPr/>
        </p:nvSpPr>
        <p:spPr>
          <a:xfrm>
            <a:off x="7134896" y="1056068"/>
            <a:ext cx="4005330" cy="4043966"/>
          </a:xfrm>
          <a:prstGeom prst="rect">
            <a:avLst/>
          </a:prstGeom>
        </p:spPr>
        <p:txBody>
          <a:bodyPr vert="horz" lIns="91440" tIns="45720" rIns="91440" bIns="45720" rtlCol="0" anchor="ctr">
            <a:normAutofit lnSpcReduction="1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id-ID" sz="2000" dirty="0" smtClean="0"/>
              <a:t>Kita mendapatkan informasi unik dari penilai berdasarkan kategori usia bahwa usia &gt; 50 tahun lebih </a:t>
            </a:r>
            <a:r>
              <a:rPr lang="id-ID" sz="2000" b="1" dirty="0" smtClean="0"/>
              <a:t>cenderung mudah</a:t>
            </a:r>
            <a:r>
              <a:rPr lang="id-ID" sz="2000" dirty="0" smtClean="0"/>
              <a:t> memberikan rekomendasi produk dan berbanding terbalik dengan usia &lt; 30 tahun yang lebih </a:t>
            </a:r>
            <a:r>
              <a:rPr lang="id-ID" sz="2000" b="1" dirty="0" smtClean="0"/>
              <a:t>selektif</a:t>
            </a:r>
            <a:r>
              <a:rPr lang="id-ID" sz="2000" dirty="0" smtClean="0"/>
              <a:t> dalam memberikan rekomendasi, sedangkan dalam 2 kategori usia </a:t>
            </a:r>
          </a:p>
          <a:p>
            <a:r>
              <a:rPr lang="id-ID" sz="2000" dirty="0" smtClean="0"/>
              <a:t>30 – 40 tahun dan usia 40 – 50 tahun memiliki karakteristik penilaian yang lebih </a:t>
            </a:r>
            <a:r>
              <a:rPr lang="id-ID" sz="2000" b="1" dirty="0" smtClean="0"/>
              <a:t>stabil</a:t>
            </a:r>
            <a:r>
              <a:rPr lang="id-ID" sz="2000" dirty="0" smtClean="0"/>
              <a:t>, maka dapat disimpulkan 2 kategori usia 30 – 40 tahun dan usia 40 – 50 tahun dapat dijadikan </a:t>
            </a:r>
            <a:r>
              <a:rPr lang="id-ID" sz="2000" b="1" dirty="0" smtClean="0"/>
              <a:t>standar validitas penilaian</a:t>
            </a:r>
            <a:r>
              <a:rPr lang="id-ID" sz="2000" dirty="0" smtClean="0"/>
              <a:t> dari segi usia</a:t>
            </a:r>
            <a:endParaRPr lang="id-ID" sz="2000" dirty="0">
              <a:latin typeface="Times New Roman" panose="02020603050405020304" pitchFamily="18" charset="0"/>
              <a:cs typeface="Times New Roman" panose="02020603050405020304" pitchFamily="18" charset="0"/>
            </a:endParaRPr>
          </a:p>
        </p:txBody>
      </p:sp>
      <p:pic>
        <p:nvPicPr>
          <p:cNvPr id="6" name="Picture 5"/>
          <p:cNvPicPr/>
          <p:nvPr/>
        </p:nvPicPr>
        <p:blipFill>
          <a:blip r:embed="rId2">
            <a:extLst>
              <a:ext uri="{28A0092B-C50C-407E-A947-70E740481C1C}">
                <a14:useLocalDpi xmlns:a14="http://schemas.microsoft.com/office/drawing/2010/main" val="0"/>
              </a:ext>
            </a:extLst>
          </a:blip>
          <a:srcRect/>
          <a:stretch>
            <a:fillRect/>
          </a:stretch>
        </p:blipFill>
        <p:spPr bwMode="auto">
          <a:xfrm>
            <a:off x="834979" y="1120462"/>
            <a:ext cx="6184007" cy="3979572"/>
          </a:xfrm>
          <a:prstGeom prst="rect">
            <a:avLst/>
          </a:prstGeom>
          <a:noFill/>
        </p:spPr>
      </p:pic>
      <p:sp>
        <p:nvSpPr>
          <p:cNvPr id="8" name="Title 1"/>
          <p:cNvSpPr txBox="1">
            <a:spLocks/>
          </p:cNvSpPr>
          <p:nvPr/>
        </p:nvSpPr>
        <p:spPr>
          <a:xfrm>
            <a:off x="719070" y="656821"/>
            <a:ext cx="1836309" cy="463641"/>
          </a:xfrm>
          <a:prstGeom prst="rect">
            <a:avLst/>
          </a:prstGeom>
          <a:effectLst/>
        </p:spPr>
        <p:txBody>
          <a:bodyPr vert="horz" lIns="91440" tIns="45720" rIns="91440" bIns="45720" rtlCol="0" anchor="ctr">
            <a:normAutofit fontScale="90000" lnSpcReduction="20000"/>
          </a:bodyPr>
          <a:lstStyle>
            <a:lvl1pPr algn="ctr" defTabSz="457200" rtl="0" eaLnBrk="1" latinLnBrk="0" hangingPunct="1">
              <a:spcBef>
                <a:spcPct val="0"/>
              </a:spcBef>
              <a:buNone/>
              <a:defRPr sz="4400" kern="1200" cap="none">
                <a:ln w="3175" cmpd="sng">
                  <a:noFill/>
                </a:ln>
                <a:solidFill>
                  <a:schemeClr val="tx1">
                    <a:lumMod val="85000"/>
                    <a:lumOff val="15000"/>
                  </a:schemeClr>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id-ID" sz="3000" b="1" dirty="0" smtClean="0">
                <a:solidFill>
                  <a:schemeClr val="accent1"/>
                </a:solidFill>
                <a:cs typeface="Times New Roman" panose="02020603050405020304" pitchFamily="18" charset="0"/>
              </a:rPr>
              <a:t>Analisis v4</a:t>
            </a:r>
            <a:endParaRPr lang="id-ID" sz="3000" b="1" dirty="0">
              <a:solidFill>
                <a:schemeClr val="accent1"/>
              </a:solidFill>
              <a:cs typeface="Times New Roman" panose="02020603050405020304" pitchFamily="18" charset="0"/>
            </a:endParaRPr>
          </a:p>
        </p:txBody>
      </p:sp>
    </p:spTree>
    <p:extLst>
      <p:ext uri="{BB962C8B-B14F-4D97-AF65-F5344CB8AC3E}">
        <p14:creationId xmlns:p14="http://schemas.microsoft.com/office/powerpoint/2010/main" val="302563060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1"/>
          <p:cNvSpPr txBox="1">
            <a:spLocks/>
          </p:cNvSpPr>
          <p:nvPr/>
        </p:nvSpPr>
        <p:spPr>
          <a:xfrm>
            <a:off x="719070" y="4649273"/>
            <a:ext cx="10644478" cy="1352282"/>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id-ID" sz="2000" b="1" dirty="0" smtClean="0"/>
              <a:t>3 top class product</a:t>
            </a:r>
            <a:r>
              <a:rPr lang="id-ID" sz="2000" dirty="0" smtClean="0"/>
              <a:t> dengan jumlah penilaian terbanyak yaitu Dresses, Knits, dan Blouses. </a:t>
            </a:r>
          </a:p>
          <a:p>
            <a:r>
              <a:rPr lang="id-ID" sz="2000" dirty="0" smtClean="0"/>
              <a:t>Kategori usia &lt; 30 Tahun dan usia 30 - 40 Tahun </a:t>
            </a:r>
            <a:r>
              <a:rPr lang="id-ID" sz="2000" b="1" dirty="0" smtClean="0"/>
              <a:t>memiliki karakteristik yang sama</a:t>
            </a:r>
            <a:r>
              <a:rPr lang="id-ID" sz="2000" dirty="0" smtClean="0"/>
              <a:t> yaitu lebih tertarik pada class product </a:t>
            </a:r>
            <a:r>
              <a:rPr lang="id-ID" sz="2000" b="1" dirty="0" smtClean="0"/>
              <a:t>Dresses</a:t>
            </a:r>
            <a:r>
              <a:rPr lang="id-ID" sz="2000" dirty="0" smtClean="0"/>
              <a:t> begitu juga pada kategori usia  40 – 50 Tahun dan usia &gt; 50 Tahun yang lebih tertarik pada class product </a:t>
            </a:r>
            <a:r>
              <a:rPr lang="id-ID" sz="2000" b="1" dirty="0" smtClean="0"/>
              <a:t>Bloeses</a:t>
            </a:r>
            <a:endParaRPr lang="id-ID" sz="2000" dirty="0"/>
          </a:p>
        </p:txBody>
      </p:sp>
      <p:sp>
        <p:nvSpPr>
          <p:cNvPr id="8" name="Title 1"/>
          <p:cNvSpPr txBox="1">
            <a:spLocks/>
          </p:cNvSpPr>
          <p:nvPr/>
        </p:nvSpPr>
        <p:spPr>
          <a:xfrm>
            <a:off x="719070" y="656821"/>
            <a:ext cx="1836309" cy="463641"/>
          </a:xfrm>
          <a:prstGeom prst="rect">
            <a:avLst/>
          </a:prstGeom>
          <a:effectLst/>
        </p:spPr>
        <p:txBody>
          <a:bodyPr vert="horz" lIns="91440" tIns="45720" rIns="91440" bIns="45720" rtlCol="0" anchor="ctr">
            <a:normAutofit fontScale="90000" lnSpcReduction="20000"/>
          </a:bodyPr>
          <a:lstStyle>
            <a:lvl1pPr algn="ctr" defTabSz="457200" rtl="0" eaLnBrk="1" latinLnBrk="0" hangingPunct="1">
              <a:spcBef>
                <a:spcPct val="0"/>
              </a:spcBef>
              <a:buNone/>
              <a:defRPr sz="4400" kern="1200" cap="none">
                <a:ln w="3175" cmpd="sng">
                  <a:noFill/>
                </a:ln>
                <a:solidFill>
                  <a:schemeClr val="tx1">
                    <a:lumMod val="85000"/>
                    <a:lumOff val="15000"/>
                  </a:schemeClr>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id-ID" sz="3000" b="1" dirty="0" smtClean="0">
                <a:solidFill>
                  <a:schemeClr val="accent1"/>
                </a:solidFill>
                <a:cs typeface="Times New Roman" panose="02020603050405020304" pitchFamily="18" charset="0"/>
              </a:rPr>
              <a:t>Analisis v5</a:t>
            </a:r>
            <a:endParaRPr lang="id-ID" sz="3000" b="1" dirty="0">
              <a:solidFill>
                <a:schemeClr val="accent1"/>
              </a:solidFill>
              <a:cs typeface="Times New Roman" panose="02020603050405020304" pitchFamily="18" charset="0"/>
            </a:endParaRPr>
          </a:p>
        </p:txBody>
      </p:sp>
      <p:pic>
        <p:nvPicPr>
          <p:cNvPr id="7" name="Picture 6"/>
          <p:cNvPicPr/>
          <p:nvPr/>
        </p:nvPicPr>
        <p:blipFill>
          <a:blip r:embed="rId2">
            <a:extLst>
              <a:ext uri="{28A0092B-C50C-407E-A947-70E740481C1C}">
                <a14:useLocalDpi xmlns:a14="http://schemas.microsoft.com/office/drawing/2010/main" val="0"/>
              </a:ext>
            </a:extLst>
          </a:blip>
          <a:srcRect/>
          <a:stretch>
            <a:fillRect/>
          </a:stretch>
        </p:blipFill>
        <p:spPr bwMode="auto">
          <a:xfrm>
            <a:off x="2207646" y="1120461"/>
            <a:ext cx="7747720" cy="3528811"/>
          </a:xfrm>
          <a:prstGeom prst="rect">
            <a:avLst/>
          </a:prstGeom>
          <a:noFill/>
        </p:spPr>
      </p:pic>
    </p:spTree>
    <p:extLst>
      <p:ext uri="{BB962C8B-B14F-4D97-AF65-F5344CB8AC3E}">
        <p14:creationId xmlns:p14="http://schemas.microsoft.com/office/powerpoint/2010/main" val="427937641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1"/>
          <p:cNvSpPr txBox="1">
            <a:spLocks/>
          </p:cNvSpPr>
          <p:nvPr/>
        </p:nvSpPr>
        <p:spPr>
          <a:xfrm>
            <a:off x="2009104" y="1169825"/>
            <a:ext cx="2962141" cy="4406727"/>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id-ID" sz="1800" dirty="0" smtClean="0"/>
              <a:t>Penggunaan </a:t>
            </a:r>
            <a:r>
              <a:rPr lang="id-ID" sz="1800" b="1" dirty="0" smtClean="0"/>
              <a:t>Uji Korelasi</a:t>
            </a:r>
            <a:r>
              <a:rPr lang="id-ID" sz="1800" dirty="0" smtClean="0"/>
              <a:t> memberikan </a:t>
            </a:r>
            <a:r>
              <a:rPr lang="id-ID" sz="1800" b="1" dirty="0" smtClean="0"/>
              <a:t>informasi hubungan Pemberian Rekomendasi  terhadap masing masing informasi terkait</a:t>
            </a:r>
            <a:r>
              <a:rPr lang="id-ID" sz="1800" dirty="0" smtClean="0"/>
              <a:t>. Dari data yang dimiliki menggambarkan bahwa pemberian Rekomendasi sangat dipengaruhi oleh informasi </a:t>
            </a:r>
            <a:r>
              <a:rPr lang="id-ID" sz="1800" b="1" dirty="0" smtClean="0"/>
              <a:t>Pemberian Rating</a:t>
            </a:r>
            <a:r>
              <a:rPr lang="id-ID" sz="1800" dirty="0" smtClean="0"/>
              <a:t>, kita dapat menyimpulkan bahwa </a:t>
            </a:r>
            <a:r>
              <a:rPr lang="id-ID" sz="1800" b="1" dirty="0" smtClean="0"/>
              <a:t>semakin tinggi rating</a:t>
            </a:r>
            <a:r>
              <a:rPr lang="id-ID" sz="1800" dirty="0" smtClean="0"/>
              <a:t> yang diberikan oleh penilai maka akan cenderung penilai akan memberikan rekomendasi atas produk tersebut</a:t>
            </a:r>
            <a:endParaRPr lang="id-ID" sz="1800" dirty="0"/>
          </a:p>
        </p:txBody>
      </p:sp>
      <p:pic>
        <p:nvPicPr>
          <p:cNvPr id="7" name="Picture 6"/>
          <p:cNvPicPr/>
          <p:nvPr/>
        </p:nvPicPr>
        <p:blipFill>
          <a:blip r:embed="rId2">
            <a:extLst>
              <a:ext uri="{28A0092B-C50C-407E-A947-70E740481C1C}">
                <a14:useLocalDpi xmlns:a14="http://schemas.microsoft.com/office/drawing/2010/main" val="0"/>
              </a:ext>
            </a:extLst>
          </a:blip>
          <a:srcRect/>
          <a:stretch>
            <a:fillRect/>
          </a:stretch>
        </p:blipFill>
        <p:spPr bwMode="auto">
          <a:xfrm>
            <a:off x="4971245" y="1169825"/>
            <a:ext cx="6529588" cy="4406726"/>
          </a:xfrm>
          <a:prstGeom prst="rect">
            <a:avLst/>
          </a:prstGeom>
          <a:noFill/>
        </p:spPr>
      </p:pic>
      <p:sp>
        <p:nvSpPr>
          <p:cNvPr id="8" name="Title 1"/>
          <p:cNvSpPr txBox="1">
            <a:spLocks/>
          </p:cNvSpPr>
          <p:nvPr/>
        </p:nvSpPr>
        <p:spPr>
          <a:xfrm>
            <a:off x="719070" y="656821"/>
            <a:ext cx="1836309" cy="463641"/>
          </a:xfrm>
          <a:prstGeom prst="rect">
            <a:avLst/>
          </a:prstGeom>
          <a:effectLst/>
        </p:spPr>
        <p:txBody>
          <a:bodyPr vert="horz" lIns="91440" tIns="45720" rIns="91440" bIns="45720" rtlCol="0" anchor="ctr">
            <a:normAutofit fontScale="90000" lnSpcReduction="10000"/>
          </a:bodyPr>
          <a:lstStyle>
            <a:lvl1pPr algn="ctr" defTabSz="457200" rtl="0" eaLnBrk="1" latinLnBrk="0" hangingPunct="1">
              <a:spcBef>
                <a:spcPct val="0"/>
              </a:spcBef>
              <a:buNone/>
              <a:defRPr sz="4400" kern="1200" cap="none">
                <a:ln w="3175" cmpd="sng">
                  <a:noFill/>
                </a:ln>
                <a:solidFill>
                  <a:schemeClr val="tx1">
                    <a:lumMod val="85000"/>
                    <a:lumOff val="15000"/>
                  </a:schemeClr>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id-ID" sz="3000" b="1" dirty="0" smtClean="0">
                <a:solidFill>
                  <a:schemeClr val="accent1"/>
                </a:solidFill>
                <a:cs typeface="Times New Roman" panose="02020603050405020304" pitchFamily="18" charset="0"/>
              </a:rPr>
              <a:t>Analisis v6</a:t>
            </a:r>
            <a:endParaRPr lang="id-ID" sz="3000" b="1" dirty="0">
              <a:solidFill>
                <a:schemeClr val="accent1"/>
              </a:solidFill>
              <a:cs typeface="Times New Roman" panose="02020603050405020304" pitchFamily="18" charset="0"/>
            </a:endParaRPr>
          </a:p>
        </p:txBody>
      </p:sp>
    </p:spTree>
    <p:extLst>
      <p:ext uri="{BB962C8B-B14F-4D97-AF65-F5344CB8AC3E}">
        <p14:creationId xmlns:p14="http://schemas.microsoft.com/office/powerpoint/2010/main" val="351282868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1"/>
          <p:cNvSpPr txBox="1">
            <a:spLocks/>
          </p:cNvSpPr>
          <p:nvPr/>
        </p:nvSpPr>
        <p:spPr>
          <a:xfrm>
            <a:off x="6178370" y="2717446"/>
            <a:ext cx="5366375" cy="2343955"/>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id-ID" sz="1800" dirty="0"/>
              <a:t>Model prediksi ini dapat digunakan sebagai panduan kita dalam </a:t>
            </a:r>
            <a:r>
              <a:rPr lang="id-ID" sz="1800" b="1" dirty="0"/>
              <a:t>mengkoreksi penilai </a:t>
            </a:r>
            <a:r>
              <a:rPr lang="id-ID" sz="1800" b="1" dirty="0" smtClean="0"/>
              <a:t>dalam</a:t>
            </a:r>
            <a:r>
              <a:rPr lang="id-ID" sz="1800" dirty="0" smtClean="0"/>
              <a:t> </a:t>
            </a:r>
            <a:r>
              <a:rPr lang="id-ID" sz="1800" b="1" dirty="0" smtClean="0"/>
              <a:t>merekomendasikan </a:t>
            </a:r>
            <a:r>
              <a:rPr lang="id-ID" sz="1800" b="1" dirty="0"/>
              <a:t>produk</a:t>
            </a:r>
            <a:r>
              <a:rPr lang="id-ID" sz="1800" dirty="0"/>
              <a:t>. Model ini dapat membantu kita mendapatkan informasi dari kombinasi total informasi terkait pemberian Rekomendasi produk</a:t>
            </a:r>
          </a:p>
        </p:txBody>
      </p:sp>
      <p:graphicFrame>
        <p:nvGraphicFramePr>
          <p:cNvPr id="8" name="Diagram 7"/>
          <p:cNvGraphicFramePr/>
          <p:nvPr>
            <p:extLst>
              <p:ext uri="{D42A27DB-BD31-4B8C-83A1-F6EECF244321}">
                <p14:modId xmlns:p14="http://schemas.microsoft.com/office/powerpoint/2010/main" val="1506142002"/>
              </p:ext>
            </p:extLst>
          </p:nvPr>
        </p:nvGraphicFramePr>
        <p:xfrm>
          <a:off x="780244" y="1264596"/>
          <a:ext cx="5243578" cy="4650237"/>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pic>
        <p:nvPicPr>
          <p:cNvPr id="10" name="Picture 9"/>
          <p:cNvPicPr>
            <a:picLocks noChangeAspect="1"/>
          </p:cNvPicPr>
          <p:nvPr/>
        </p:nvPicPr>
        <p:blipFill>
          <a:blip r:embed="rId7"/>
          <a:stretch>
            <a:fillRect/>
          </a:stretch>
        </p:blipFill>
        <p:spPr>
          <a:xfrm>
            <a:off x="6178370" y="1496416"/>
            <a:ext cx="5366375" cy="1509732"/>
          </a:xfrm>
          <a:prstGeom prst="rect">
            <a:avLst/>
          </a:prstGeom>
        </p:spPr>
      </p:pic>
      <p:sp>
        <p:nvSpPr>
          <p:cNvPr id="11" name="Title 1"/>
          <p:cNvSpPr txBox="1">
            <a:spLocks/>
          </p:cNvSpPr>
          <p:nvPr/>
        </p:nvSpPr>
        <p:spPr>
          <a:xfrm>
            <a:off x="719071" y="656821"/>
            <a:ext cx="3093076" cy="463641"/>
          </a:xfrm>
          <a:prstGeom prst="rect">
            <a:avLst/>
          </a:prstGeom>
          <a:effectLst/>
        </p:spPr>
        <p:txBody>
          <a:bodyPr vert="horz" lIns="91440" tIns="45720" rIns="91440" bIns="45720" rtlCol="0" anchor="ctr">
            <a:normAutofit fontScale="82500" lnSpcReduction="10000"/>
          </a:bodyPr>
          <a:lstStyle>
            <a:lvl1pPr algn="ctr" defTabSz="457200" rtl="0" eaLnBrk="1" latinLnBrk="0" hangingPunct="1">
              <a:spcBef>
                <a:spcPct val="0"/>
              </a:spcBef>
              <a:buNone/>
              <a:defRPr sz="4400" kern="1200" cap="none">
                <a:ln w="3175" cmpd="sng">
                  <a:noFill/>
                </a:ln>
                <a:solidFill>
                  <a:schemeClr val="tx1">
                    <a:lumMod val="85000"/>
                    <a:lumOff val="15000"/>
                  </a:schemeClr>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id-ID" sz="3000" b="1" dirty="0" smtClean="0">
                <a:solidFill>
                  <a:schemeClr val="accent1"/>
                </a:solidFill>
                <a:cs typeface="Times New Roman" panose="02020603050405020304" pitchFamily="18" charset="0"/>
              </a:rPr>
              <a:t>Statistika Modelling</a:t>
            </a:r>
            <a:endParaRPr lang="id-ID" sz="3000" b="1" dirty="0">
              <a:solidFill>
                <a:schemeClr val="accent1"/>
              </a:solidFill>
              <a:cs typeface="Times New Roman" panose="02020603050405020304" pitchFamily="18" charset="0"/>
            </a:endParaRPr>
          </a:p>
        </p:txBody>
      </p:sp>
    </p:spTree>
    <p:extLst>
      <p:ext uri="{BB962C8B-B14F-4D97-AF65-F5344CB8AC3E}">
        <p14:creationId xmlns:p14="http://schemas.microsoft.com/office/powerpoint/2010/main" val="286312497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295402" y="1381381"/>
            <a:ext cx="9601196" cy="1303867"/>
          </a:xfrm>
        </p:spPr>
        <p:txBody>
          <a:bodyPr>
            <a:normAutofit/>
          </a:bodyPr>
          <a:lstStyle/>
          <a:p>
            <a:pPr algn="ctr"/>
            <a:r>
              <a:rPr lang="id-ID" sz="5000" dirty="0" smtClean="0"/>
              <a:t>Terima kasih</a:t>
            </a:r>
            <a:endParaRPr lang="id-ID" sz="5000" dirty="0"/>
          </a:p>
        </p:txBody>
      </p:sp>
      <p:sp>
        <p:nvSpPr>
          <p:cNvPr id="3" name="Content Placeholder 2"/>
          <p:cNvSpPr>
            <a:spLocks noGrp="1"/>
          </p:cNvSpPr>
          <p:nvPr>
            <p:ph idx="1"/>
          </p:nvPr>
        </p:nvSpPr>
        <p:spPr>
          <a:xfrm>
            <a:off x="1295402" y="2859109"/>
            <a:ext cx="9601196" cy="1973569"/>
          </a:xfrm>
        </p:spPr>
        <p:txBody>
          <a:bodyPr>
            <a:noAutofit/>
          </a:bodyPr>
          <a:lstStyle/>
          <a:p>
            <a:pPr marL="0" indent="0" algn="ctr">
              <a:buNone/>
            </a:pPr>
            <a:r>
              <a:rPr lang="id-ID" sz="6000" dirty="0" smtClean="0"/>
              <a:t>Sangat Mengharapkan</a:t>
            </a:r>
          </a:p>
          <a:p>
            <a:pPr marL="0" indent="0" algn="ctr">
              <a:buNone/>
            </a:pPr>
            <a:r>
              <a:rPr lang="id-ID" sz="6000" dirty="0" smtClean="0"/>
              <a:t>Komentar dan Saran</a:t>
            </a:r>
            <a:endParaRPr lang="id-ID" sz="6000" dirty="0"/>
          </a:p>
        </p:txBody>
      </p:sp>
    </p:spTree>
    <p:extLst>
      <p:ext uri="{BB962C8B-B14F-4D97-AF65-F5344CB8AC3E}">
        <p14:creationId xmlns:p14="http://schemas.microsoft.com/office/powerpoint/2010/main" val="2073155567"/>
      </p:ext>
    </p:extLst>
  </p:cSld>
  <p:clrMapOvr>
    <a:masterClrMapping/>
  </p:clrMapOvr>
</p:sld>
</file>

<file path=ppt/theme/_rels/theme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image" Target="../media/image1.jpeg"/></Relationships>
</file>

<file path=ppt/theme/theme1.xml><?xml version="1.0" encoding="utf-8"?>
<a:theme xmlns:a="http://schemas.openxmlformats.org/drawingml/2006/main" name="Organic">
  <a:themeElements>
    <a:clrScheme name="Organic">
      <a:dk1>
        <a:sysClr val="windowText" lastClr="000000"/>
      </a:dk1>
      <a:lt1>
        <a:sysClr val="window" lastClr="FFFFFF"/>
      </a:lt1>
      <a:dk2>
        <a:srgbClr val="212121"/>
      </a:dk2>
      <a:lt2>
        <a:srgbClr val="DADADA"/>
      </a:lt2>
      <a:accent1>
        <a:srgbClr val="B15E28"/>
      </a:accent1>
      <a:accent2>
        <a:srgbClr val="B13228"/>
      </a:accent2>
      <a:accent3>
        <a:srgbClr val="8B7B56"/>
      </a:accent3>
      <a:accent4>
        <a:srgbClr val="E09C41"/>
      </a:accent4>
      <a:accent5>
        <a:srgbClr val="9EAE51"/>
      </a:accent5>
      <a:accent6>
        <a:srgbClr val="6E7355"/>
      </a:accent6>
      <a:hlink>
        <a:srgbClr val="D37A21"/>
      </a:hlink>
      <a:folHlink>
        <a:srgbClr val="CA8F55"/>
      </a:folHlink>
    </a:clrScheme>
    <a:fontScheme name="Organic">
      <a:majorFont>
        <a:latin typeface="Garamond" panose="02020404030301010803"/>
        <a:ea typeface=""/>
        <a:cs typeface=""/>
        <a:font script="Jpan" typeface="ＭＳ Ｐゴシック"/>
        <a:font script="Hang" typeface="돋움"/>
        <a:font script="Hans" typeface="方正舒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Garamond" panose="02020404030301010803"/>
        <a:ea typeface=""/>
        <a:cs typeface=""/>
        <a:font script="Jpan" typeface="ＭＳ Ｐ明朝"/>
        <a:font script="Hang" typeface="바탕"/>
        <a:font script="Hans" typeface="方正舒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inorFont>
    </a:fontScheme>
    <a:fmtScheme name="Organic">
      <a:fillStyleLst>
        <a:solidFill>
          <a:schemeClr val="phClr"/>
        </a:solidFill>
        <a:gradFill rotWithShape="1">
          <a:gsLst>
            <a:gs pos="0">
              <a:schemeClr val="phClr">
                <a:tint val="60000"/>
                <a:lumMod val="110000"/>
              </a:schemeClr>
            </a:gs>
            <a:gs pos="100000">
              <a:schemeClr val="phClr">
                <a:tint val="82000"/>
              </a:schemeClr>
            </a:gs>
          </a:gsLst>
          <a:lin ang="5400000" scaled="0"/>
        </a:gradFill>
        <a:blipFill>
          <a:blip xmlns:r="http://schemas.openxmlformats.org/officeDocument/2006/relationships" r:embed="rId1">
            <a:duotone>
              <a:schemeClr val="phClr">
                <a:shade val="74000"/>
                <a:satMod val="130000"/>
                <a:lumMod val="90000"/>
              </a:schemeClr>
              <a:schemeClr val="phClr">
                <a:tint val="94000"/>
                <a:satMod val="120000"/>
                <a:lumMod val="104000"/>
              </a:schemeClr>
            </a:duotone>
          </a:blip>
          <a:tile tx="0" ty="0" sx="100000" sy="100000" flip="none" algn="tl"/>
        </a:blipFill>
      </a:fillStyleLst>
      <a:lnStyleLst>
        <a:ln w="9525" cap="flat" cmpd="sng" algn="ctr">
          <a:solidFill>
            <a:schemeClr val="phClr"/>
          </a:solidFill>
          <a:prstDash val="solid"/>
        </a:ln>
        <a:ln w="15875"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innerShdw blurRad="25400" dist="12700" dir="13500000">
              <a:srgbClr val="000000">
                <a:alpha val="45000"/>
              </a:srgbClr>
            </a:innerShdw>
          </a:effectLst>
        </a:effectStyle>
        <a:effectStyle>
          <a:effectLst>
            <a:outerShdw blurRad="38100" dist="25400" dir="5400000" rotWithShape="0">
              <a:srgbClr val="000000">
                <a:alpha val="60000"/>
              </a:srgbClr>
            </a:outerShdw>
          </a:effectLst>
        </a:effectStyle>
      </a:effectStyleLst>
      <a:bgFillStyleLst>
        <a:solidFill>
          <a:schemeClr val="phClr"/>
        </a:solidFill>
        <a:gradFill rotWithShape="1">
          <a:gsLst>
            <a:gs pos="0">
              <a:schemeClr val="phClr">
                <a:tint val="90000"/>
                <a:lumMod val="110000"/>
              </a:schemeClr>
            </a:gs>
            <a:gs pos="100000">
              <a:schemeClr val="phClr">
                <a:shade val="88000"/>
                <a:lumMod val="98000"/>
              </a:schemeClr>
            </a:gs>
          </a:gsLst>
          <a:lin ang="5400000" scaled="0"/>
        </a:gradFill>
        <a:blipFill>
          <a:blip xmlns:r="http://schemas.openxmlformats.org/officeDocument/2006/relationships" r:embed="rId2"/>
          <a:stretch/>
        </a:blipFill>
      </a:bgFillStyleLst>
    </a:fmtScheme>
  </a:themeElements>
  <a:objectDefaults/>
  <a:extraClrSchemeLst/>
  <a:extLst>
    <a:ext uri="{05A4C25C-085E-4340-85A3-A5531E510DB2}">
      <thm15:themeFamily xmlns:thm15="http://schemas.microsoft.com/office/thememl/2012/main" name="Organic" id="{28CDC826-8792-45C0-861B-85EB3ADEDA33}" vid="{7039A4B3-0617-4CFC-B614-27363ECC28AC}"/>
    </a:ext>
  </a:extLst>
</a:theme>
</file>

<file path=docProps/app.xml><?xml version="1.0" encoding="utf-8"?>
<Properties xmlns="http://schemas.openxmlformats.org/officeDocument/2006/extended-properties" xmlns:vt="http://schemas.openxmlformats.org/officeDocument/2006/docPropsVTypes">
  <Template>Retrospect</Template>
  <TotalTime>1422</TotalTime>
  <Words>560</Words>
  <Application>Microsoft Office PowerPoint</Application>
  <PresentationFormat>Widescreen</PresentationFormat>
  <Paragraphs>63</Paragraphs>
  <Slides>13</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13</vt:i4>
      </vt:variant>
    </vt:vector>
  </HeadingPairs>
  <TitlesOfParts>
    <vt:vector size="17" baseType="lpstr">
      <vt:lpstr>Arial</vt:lpstr>
      <vt:lpstr>Garamond</vt:lpstr>
      <vt:lpstr>Times New Roman</vt:lpstr>
      <vt:lpstr>Organic</vt:lpstr>
      <vt:lpstr>  Case Project Product Analyst </vt:lpstr>
      <vt:lpstr>PowerPoint Presentation</vt:lpstr>
      <vt:lpstr>Informasi Dataset</vt:lpstr>
      <vt:lpstr>Tahapan Analisis</vt:lpstr>
      <vt:lpstr>Software Analisis</vt:lpstr>
      <vt:lpstr>Analisis v1</vt:lpstr>
      <vt:lpstr>Analisis v2</vt:lpstr>
      <vt:lpstr>Analisis v3</vt:lpstr>
      <vt:lpstr>PowerPoint Presentation</vt:lpstr>
      <vt:lpstr>PowerPoint Presentation</vt:lpstr>
      <vt:lpstr>PowerPoint Presentation</vt:lpstr>
      <vt:lpstr>PowerPoint Presentation</vt:lpstr>
      <vt:lpstr>Terima kasih</vt:lpstr>
    </vt:vector>
  </TitlesOfParts>
  <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Windows User</dc:creator>
  <cp:lastModifiedBy>Windows User</cp:lastModifiedBy>
  <cp:revision>83</cp:revision>
  <dcterms:created xsi:type="dcterms:W3CDTF">2019-03-18T19:46:33Z</dcterms:created>
  <dcterms:modified xsi:type="dcterms:W3CDTF">2019-03-19T19:28:41Z</dcterms:modified>
</cp:coreProperties>
</file>